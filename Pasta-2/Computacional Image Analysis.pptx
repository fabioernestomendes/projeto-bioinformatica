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6" r:id="rId9"/>
    <p:sldId id="264" r:id="rId10"/>
    <p:sldId id="267" r:id="rId11"/>
    <p:sldId id="265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4.sv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4.sv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8DADB7-F39C-4285-BAE5-82A299D4184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02404F2-5C1C-43CA-A7A7-69E0C898E6E2}">
      <dgm:prSet/>
      <dgm:spPr/>
      <dgm:t>
        <a:bodyPr/>
        <a:lstStyle/>
        <a:p>
          <a:r>
            <a:rPr lang="pt-PT" dirty="0"/>
            <a:t>Os </a:t>
          </a:r>
          <a:r>
            <a:rPr lang="pt-PT" dirty="0" err="1"/>
            <a:t>WWTPs</a:t>
          </a:r>
          <a:r>
            <a:rPr lang="pt-PT" dirty="0"/>
            <a:t> são pontos críticos no transporte de microplásticos.</a:t>
          </a:r>
          <a:endParaRPr lang="en-US" dirty="0"/>
        </a:p>
      </dgm:t>
    </dgm:pt>
    <dgm:pt modelId="{0C5EBE43-ED55-4070-9404-6C5F35D250A4}" type="parTrans" cxnId="{4F12E5CD-65E5-4535-91E8-7D3479E0FC3C}">
      <dgm:prSet/>
      <dgm:spPr/>
      <dgm:t>
        <a:bodyPr/>
        <a:lstStyle/>
        <a:p>
          <a:endParaRPr lang="en-US"/>
        </a:p>
      </dgm:t>
    </dgm:pt>
    <dgm:pt modelId="{461902FE-6982-4395-8DEA-4762268B1F8B}" type="sibTrans" cxnId="{4F12E5CD-65E5-4535-91E8-7D3479E0FC3C}">
      <dgm:prSet/>
      <dgm:spPr/>
      <dgm:t>
        <a:bodyPr/>
        <a:lstStyle/>
        <a:p>
          <a:endParaRPr lang="en-US"/>
        </a:p>
      </dgm:t>
    </dgm:pt>
    <dgm:pt modelId="{343B3182-9980-404A-A544-AABE6E53FFEC}">
      <dgm:prSet/>
      <dgm:spPr/>
      <dgm:t>
        <a:bodyPr/>
        <a:lstStyle/>
        <a:p>
          <a:r>
            <a:rPr lang="pt-PT"/>
            <a:t>A análise atual é frequentemente manual ou semi-manual.</a:t>
          </a:r>
          <a:endParaRPr lang="en-US"/>
        </a:p>
      </dgm:t>
    </dgm:pt>
    <dgm:pt modelId="{84B07DA6-FEE5-40D0-B313-82A2CED4A947}" type="parTrans" cxnId="{F9BA9826-7C01-4CFF-8097-6A15CD0E4ABC}">
      <dgm:prSet/>
      <dgm:spPr/>
      <dgm:t>
        <a:bodyPr/>
        <a:lstStyle/>
        <a:p>
          <a:endParaRPr lang="en-US"/>
        </a:p>
      </dgm:t>
    </dgm:pt>
    <dgm:pt modelId="{37D8327F-E6C3-4F18-881B-31261704D432}" type="sibTrans" cxnId="{F9BA9826-7C01-4CFF-8097-6A15CD0E4ABC}">
      <dgm:prSet/>
      <dgm:spPr/>
      <dgm:t>
        <a:bodyPr/>
        <a:lstStyle/>
        <a:p>
          <a:endParaRPr lang="en-US"/>
        </a:p>
      </dgm:t>
    </dgm:pt>
    <dgm:pt modelId="{12F68371-A676-4702-966D-078ECA77E0D6}">
      <dgm:prSet/>
      <dgm:spPr/>
      <dgm:t>
        <a:bodyPr/>
        <a:lstStyle/>
        <a:p>
          <a:r>
            <a:rPr lang="pt-PT"/>
            <a:t>Isso limita reprodutibilidade, escalabilidade e consistência.</a:t>
          </a:r>
          <a:endParaRPr lang="en-US"/>
        </a:p>
      </dgm:t>
    </dgm:pt>
    <dgm:pt modelId="{78C2E83D-3B51-43CF-97F4-2BDB43065F40}" type="parTrans" cxnId="{7BA278E9-4A9D-4643-994B-B36C0380012B}">
      <dgm:prSet/>
      <dgm:spPr/>
      <dgm:t>
        <a:bodyPr/>
        <a:lstStyle/>
        <a:p>
          <a:endParaRPr lang="en-US"/>
        </a:p>
      </dgm:t>
    </dgm:pt>
    <dgm:pt modelId="{2B805FC3-9F4E-46D0-BB6F-B0A95F81FBC5}" type="sibTrans" cxnId="{7BA278E9-4A9D-4643-994B-B36C0380012B}">
      <dgm:prSet/>
      <dgm:spPr/>
      <dgm:t>
        <a:bodyPr/>
        <a:lstStyle/>
        <a:p>
          <a:endParaRPr lang="en-US"/>
        </a:p>
      </dgm:t>
    </dgm:pt>
    <dgm:pt modelId="{B39B72EC-84E3-43B5-A8B7-93FBE8913C67}">
      <dgm:prSet/>
      <dgm:spPr/>
      <dgm:t>
        <a:bodyPr/>
        <a:lstStyle/>
        <a:p>
          <a:r>
            <a:rPr lang="pt-PT"/>
            <a:t>Necessidade de uma abordagem computacional automatizada.</a:t>
          </a:r>
          <a:endParaRPr lang="en-US"/>
        </a:p>
      </dgm:t>
    </dgm:pt>
    <dgm:pt modelId="{FD159D47-4B3B-4B37-B848-AABDDC8A426E}" type="parTrans" cxnId="{23185F11-53F4-46AD-99D5-EF0967B712B6}">
      <dgm:prSet/>
      <dgm:spPr/>
      <dgm:t>
        <a:bodyPr/>
        <a:lstStyle/>
        <a:p>
          <a:endParaRPr lang="en-US"/>
        </a:p>
      </dgm:t>
    </dgm:pt>
    <dgm:pt modelId="{9A634DA4-6F20-4202-AC26-74657A04D10D}" type="sibTrans" cxnId="{23185F11-53F4-46AD-99D5-EF0967B712B6}">
      <dgm:prSet/>
      <dgm:spPr/>
      <dgm:t>
        <a:bodyPr/>
        <a:lstStyle/>
        <a:p>
          <a:endParaRPr lang="en-US"/>
        </a:p>
      </dgm:t>
    </dgm:pt>
    <dgm:pt modelId="{7B12D029-C044-464B-B8B9-8E36B809758D}" type="pres">
      <dgm:prSet presAssocID="{E08DADB7-F39C-4285-BAE5-82A299D4184E}" presName="root" presStyleCnt="0">
        <dgm:presLayoutVars>
          <dgm:dir/>
          <dgm:resizeHandles val="exact"/>
        </dgm:presLayoutVars>
      </dgm:prSet>
      <dgm:spPr/>
    </dgm:pt>
    <dgm:pt modelId="{43835FFC-2E71-4C26-B473-8951FD9C382C}" type="pres">
      <dgm:prSet presAssocID="{802404F2-5C1C-43CA-A7A7-69E0C898E6E2}" presName="compNode" presStyleCnt="0"/>
      <dgm:spPr/>
    </dgm:pt>
    <dgm:pt modelId="{C95DBBDE-4343-4F88-A7EA-831F7968E87A}" type="pres">
      <dgm:prSet presAssocID="{802404F2-5C1C-43CA-A7A7-69E0C898E6E2}" presName="bgRect" presStyleLbl="bgShp" presStyleIdx="0" presStyleCnt="4"/>
      <dgm:spPr/>
    </dgm:pt>
    <dgm:pt modelId="{0C6E6144-62AB-4F5E-8088-E74ABE59B810}" type="pres">
      <dgm:prSet presAssocID="{802404F2-5C1C-43CA-A7A7-69E0C898E6E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é"/>
        </a:ext>
      </dgm:extLst>
    </dgm:pt>
    <dgm:pt modelId="{86E4594E-D583-4B1C-B313-5BBB1729E922}" type="pres">
      <dgm:prSet presAssocID="{802404F2-5C1C-43CA-A7A7-69E0C898E6E2}" presName="spaceRect" presStyleCnt="0"/>
      <dgm:spPr/>
    </dgm:pt>
    <dgm:pt modelId="{3FC7AD24-2EC4-42E1-B807-C23F7CEBD494}" type="pres">
      <dgm:prSet presAssocID="{802404F2-5C1C-43CA-A7A7-69E0C898E6E2}" presName="parTx" presStyleLbl="revTx" presStyleIdx="0" presStyleCnt="4">
        <dgm:presLayoutVars>
          <dgm:chMax val="0"/>
          <dgm:chPref val="0"/>
        </dgm:presLayoutVars>
      </dgm:prSet>
      <dgm:spPr/>
    </dgm:pt>
    <dgm:pt modelId="{FE4FBF71-73A0-4D93-A2DD-E48D1F359022}" type="pres">
      <dgm:prSet presAssocID="{461902FE-6982-4395-8DEA-4762268B1F8B}" presName="sibTrans" presStyleCnt="0"/>
      <dgm:spPr/>
    </dgm:pt>
    <dgm:pt modelId="{3D469E12-0CBF-4755-AC49-B41851CDBCF2}" type="pres">
      <dgm:prSet presAssocID="{343B3182-9980-404A-A544-AABE6E53FFEC}" presName="compNode" presStyleCnt="0"/>
      <dgm:spPr/>
    </dgm:pt>
    <dgm:pt modelId="{357540BF-6216-45A5-81D0-4F3451D2F021}" type="pres">
      <dgm:prSet presAssocID="{343B3182-9980-404A-A544-AABE6E53FFEC}" presName="bgRect" presStyleLbl="bgShp" presStyleIdx="1" presStyleCnt="4"/>
      <dgm:spPr/>
    </dgm:pt>
    <dgm:pt modelId="{8B631659-B52F-430F-AF98-C269069D57D6}" type="pres">
      <dgm:prSet presAssocID="{343B3182-9980-404A-A544-AABE6E53FFE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3350475-0E94-475E-AB8D-13F9B0FC196E}" type="pres">
      <dgm:prSet presAssocID="{343B3182-9980-404A-A544-AABE6E53FFEC}" presName="spaceRect" presStyleCnt="0"/>
      <dgm:spPr/>
    </dgm:pt>
    <dgm:pt modelId="{D081FB51-6CE9-4514-BC01-91A9DAA4712B}" type="pres">
      <dgm:prSet presAssocID="{343B3182-9980-404A-A544-AABE6E53FFEC}" presName="parTx" presStyleLbl="revTx" presStyleIdx="1" presStyleCnt="4">
        <dgm:presLayoutVars>
          <dgm:chMax val="0"/>
          <dgm:chPref val="0"/>
        </dgm:presLayoutVars>
      </dgm:prSet>
      <dgm:spPr/>
    </dgm:pt>
    <dgm:pt modelId="{4911993A-E707-4D14-8AB4-9F4312BAC15C}" type="pres">
      <dgm:prSet presAssocID="{37D8327F-E6C3-4F18-881B-31261704D432}" presName="sibTrans" presStyleCnt="0"/>
      <dgm:spPr/>
    </dgm:pt>
    <dgm:pt modelId="{ACE0ADEA-ABD5-4BDA-801A-79859F546F87}" type="pres">
      <dgm:prSet presAssocID="{12F68371-A676-4702-966D-078ECA77E0D6}" presName="compNode" presStyleCnt="0"/>
      <dgm:spPr/>
    </dgm:pt>
    <dgm:pt modelId="{65EBAE1E-748A-481A-AD43-686E8DB23FAC}" type="pres">
      <dgm:prSet presAssocID="{12F68371-A676-4702-966D-078ECA77E0D6}" presName="bgRect" presStyleLbl="bgShp" presStyleIdx="2" presStyleCnt="4"/>
      <dgm:spPr/>
    </dgm:pt>
    <dgm:pt modelId="{27EC390E-F9E4-4034-9B70-C8D285BE6A83}" type="pres">
      <dgm:prSet presAssocID="{12F68371-A676-4702-966D-078ECA77E0D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ópio"/>
        </a:ext>
      </dgm:extLst>
    </dgm:pt>
    <dgm:pt modelId="{21775A4E-2FED-4FC7-B1D9-568BD8D92CD9}" type="pres">
      <dgm:prSet presAssocID="{12F68371-A676-4702-966D-078ECA77E0D6}" presName="spaceRect" presStyleCnt="0"/>
      <dgm:spPr/>
    </dgm:pt>
    <dgm:pt modelId="{44AFCBEB-2231-4B64-8B72-C875CC7C4232}" type="pres">
      <dgm:prSet presAssocID="{12F68371-A676-4702-966D-078ECA77E0D6}" presName="parTx" presStyleLbl="revTx" presStyleIdx="2" presStyleCnt="4">
        <dgm:presLayoutVars>
          <dgm:chMax val="0"/>
          <dgm:chPref val="0"/>
        </dgm:presLayoutVars>
      </dgm:prSet>
      <dgm:spPr/>
    </dgm:pt>
    <dgm:pt modelId="{A451E609-FE85-46A5-A404-43246F897F2E}" type="pres">
      <dgm:prSet presAssocID="{2B805FC3-9F4E-46D0-BB6F-B0A95F81FBC5}" presName="sibTrans" presStyleCnt="0"/>
      <dgm:spPr/>
    </dgm:pt>
    <dgm:pt modelId="{1FF4160E-6CFE-4499-9740-F4CA04E50283}" type="pres">
      <dgm:prSet presAssocID="{B39B72EC-84E3-43B5-A8B7-93FBE8913C67}" presName="compNode" presStyleCnt="0"/>
      <dgm:spPr/>
    </dgm:pt>
    <dgm:pt modelId="{690D1908-0DF8-4F92-B2F0-95A85B0EEA6C}" type="pres">
      <dgm:prSet presAssocID="{B39B72EC-84E3-43B5-A8B7-93FBE8913C67}" presName="bgRect" presStyleLbl="bgShp" presStyleIdx="3" presStyleCnt="4"/>
      <dgm:spPr/>
    </dgm:pt>
    <dgm:pt modelId="{B11559FE-5F7D-4259-B981-FFC0FF72DA60}" type="pres">
      <dgm:prSet presAssocID="{B39B72EC-84E3-43B5-A8B7-93FBE8913C6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60327437-461D-4D1D-A809-D6C4362F7D6E}" type="pres">
      <dgm:prSet presAssocID="{B39B72EC-84E3-43B5-A8B7-93FBE8913C67}" presName="spaceRect" presStyleCnt="0"/>
      <dgm:spPr/>
    </dgm:pt>
    <dgm:pt modelId="{F692D47F-DC78-479E-9F72-3440E089A96C}" type="pres">
      <dgm:prSet presAssocID="{B39B72EC-84E3-43B5-A8B7-93FBE8913C6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3185F11-53F4-46AD-99D5-EF0967B712B6}" srcId="{E08DADB7-F39C-4285-BAE5-82A299D4184E}" destId="{B39B72EC-84E3-43B5-A8B7-93FBE8913C67}" srcOrd="3" destOrd="0" parTransId="{FD159D47-4B3B-4B37-B848-AABDDC8A426E}" sibTransId="{9A634DA4-6F20-4202-AC26-74657A04D10D}"/>
    <dgm:cxn modelId="{F9BA9826-7C01-4CFF-8097-6A15CD0E4ABC}" srcId="{E08DADB7-F39C-4285-BAE5-82A299D4184E}" destId="{343B3182-9980-404A-A544-AABE6E53FFEC}" srcOrd="1" destOrd="0" parTransId="{84B07DA6-FEE5-40D0-B313-82A2CED4A947}" sibTransId="{37D8327F-E6C3-4F18-881B-31261704D432}"/>
    <dgm:cxn modelId="{21F1BD44-CD31-4D30-851D-7D37AFD8AF02}" type="presOf" srcId="{802404F2-5C1C-43CA-A7A7-69E0C898E6E2}" destId="{3FC7AD24-2EC4-42E1-B807-C23F7CEBD494}" srcOrd="0" destOrd="0" presId="urn:microsoft.com/office/officeart/2018/2/layout/IconVerticalSolidList"/>
    <dgm:cxn modelId="{612F4A50-FDD4-41A9-8009-143087B909BE}" type="presOf" srcId="{E08DADB7-F39C-4285-BAE5-82A299D4184E}" destId="{7B12D029-C044-464B-B8B9-8E36B809758D}" srcOrd="0" destOrd="0" presId="urn:microsoft.com/office/officeart/2018/2/layout/IconVerticalSolidList"/>
    <dgm:cxn modelId="{52D35D9A-37E7-4E5E-A197-86698DD2DA8A}" type="presOf" srcId="{12F68371-A676-4702-966D-078ECA77E0D6}" destId="{44AFCBEB-2231-4B64-8B72-C875CC7C4232}" srcOrd="0" destOrd="0" presId="urn:microsoft.com/office/officeart/2018/2/layout/IconVerticalSolidList"/>
    <dgm:cxn modelId="{5BE970A2-7F43-44CE-BE92-70F2841F76CA}" type="presOf" srcId="{343B3182-9980-404A-A544-AABE6E53FFEC}" destId="{D081FB51-6CE9-4514-BC01-91A9DAA4712B}" srcOrd="0" destOrd="0" presId="urn:microsoft.com/office/officeart/2018/2/layout/IconVerticalSolidList"/>
    <dgm:cxn modelId="{4F12E5CD-65E5-4535-91E8-7D3479E0FC3C}" srcId="{E08DADB7-F39C-4285-BAE5-82A299D4184E}" destId="{802404F2-5C1C-43CA-A7A7-69E0C898E6E2}" srcOrd="0" destOrd="0" parTransId="{0C5EBE43-ED55-4070-9404-6C5F35D250A4}" sibTransId="{461902FE-6982-4395-8DEA-4762268B1F8B}"/>
    <dgm:cxn modelId="{FA0810E8-FEB9-4F83-A001-428BAE88B714}" type="presOf" srcId="{B39B72EC-84E3-43B5-A8B7-93FBE8913C67}" destId="{F692D47F-DC78-479E-9F72-3440E089A96C}" srcOrd="0" destOrd="0" presId="urn:microsoft.com/office/officeart/2018/2/layout/IconVerticalSolidList"/>
    <dgm:cxn modelId="{7BA278E9-4A9D-4643-994B-B36C0380012B}" srcId="{E08DADB7-F39C-4285-BAE5-82A299D4184E}" destId="{12F68371-A676-4702-966D-078ECA77E0D6}" srcOrd="2" destOrd="0" parTransId="{78C2E83D-3B51-43CF-97F4-2BDB43065F40}" sibTransId="{2B805FC3-9F4E-46D0-BB6F-B0A95F81FBC5}"/>
    <dgm:cxn modelId="{2741A41C-118D-4EFE-988A-5597EA508D85}" type="presParOf" srcId="{7B12D029-C044-464B-B8B9-8E36B809758D}" destId="{43835FFC-2E71-4C26-B473-8951FD9C382C}" srcOrd="0" destOrd="0" presId="urn:microsoft.com/office/officeart/2018/2/layout/IconVerticalSolidList"/>
    <dgm:cxn modelId="{231DF20C-5BAD-48FB-9BB2-22F9E39CA350}" type="presParOf" srcId="{43835FFC-2E71-4C26-B473-8951FD9C382C}" destId="{C95DBBDE-4343-4F88-A7EA-831F7968E87A}" srcOrd="0" destOrd="0" presId="urn:microsoft.com/office/officeart/2018/2/layout/IconVerticalSolidList"/>
    <dgm:cxn modelId="{B02996D4-65F1-46AB-B19D-8DDBD1AB009F}" type="presParOf" srcId="{43835FFC-2E71-4C26-B473-8951FD9C382C}" destId="{0C6E6144-62AB-4F5E-8088-E74ABE59B810}" srcOrd="1" destOrd="0" presId="urn:microsoft.com/office/officeart/2018/2/layout/IconVerticalSolidList"/>
    <dgm:cxn modelId="{8A491C41-9906-4549-9906-0269D22D450F}" type="presParOf" srcId="{43835FFC-2E71-4C26-B473-8951FD9C382C}" destId="{86E4594E-D583-4B1C-B313-5BBB1729E922}" srcOrd="2" destOrd="0" presId="urn:microsoft.com/office/officeart/2018/2/layout/IconVerticalSolidList"/>
    <dgm:cxn modelId="{8CD72AFB-1E76-4791-97B5-172CF064C206}" type="presParOf" srcId="{43835FFC-2E71-4C26-B473-8951FD9C382C}" destId="{3FC7AD24-2EC4-42E1-B807-C23F7CEBD494}" srcOrd="3" destOrd="0" presId="urn:microsoft.com/office/officeart/2018/2/layout/IconVerticalSolidList"/>
    <dgm:cxn modelId="{EA9D9751-2C67-4EE7-8626-A26E5434FF0B}" type="presParOf" srcId="{7B12D029-C044-464B-B8B9-8E36B809758D}" destId="{FE4FBF71-73A0-4D93-A2DD-E48D1F359022}" srcOrd="1" destOrd="0" presId="urn:microsoft.com/office/officeart/2018/2/layout/IconVerticalSolidList"/>
    <dgm:cxn modelId="{DA25EDC8-9B91-4F39-A7DE-D1A68977BD19}" type="presParOf" srcId="{7B12D029-C044-464B-B8B9-8E36B809758D}" destId="{3D469E12-0CBF-4755-AC49-B41851CDBCF2}" srcOrd="2" destOrd="0" presId="urn:microsoft.com/office/officeart/2018/2/layout/IconVerticalSolidList"/>
    <dgm:cxn modelId="{1356870F-0583-4603-AA68-EB8D47990B38}" type="presParOf" srcId="{3D469E12-0CBF-4755-AC49-B41851CDBCF2}" destId="{357540BF-6216-45A5-81D0-4F3451D2F021}" srcOrd="0" destOrd="0" presId="urn:microsoft.com/office/officeart/2018/2/layout/IconVerticalSolidList"/>
    <dgm:cxn modelId="{FF7A31C9-9293-4E94-8577-97A602E82BF5}" type="presParOf" srcId="{3D469E12-0CBF-4755-AC49-B41851CDBCF2}" destId="{8B631659-B52F-430F-AF98-C269069D57D6}" srcOrd="1" destOrd="0" presId="urn:microsoft.com/office/officeart/2018/2/layout/IconVerticalSolidList"/>
    <dgm:cxn modelId="{DB1954CF-56B4-454F-B4B1-C9D5B3B500D3}" type="presParOf" srcId="{3D469E12-0CBF-4755-AC49-B41851CDBCF2}" destId="{F3350475-0E94-475E-AB8D-13F9B0FC196E}" srcOrd="2" destOrd="0" presId="urn:microsoft.com/office/officeart/2018/2/layout/IconVerticalSolidList"/>
    <dgm:cxn modelId="{4E939DAD-2328-4193-9213-29C9A17684C7}" type="presParOf" srcId="{3D469E12-0CBF-4755-AC49-B41851CDBCF2}" destId="{D081FB51-6CE9-4514-BC01-91A9DAA4712B}" srcOrd="3" destOrd="0" presId="urn:microsoft.com/office/officeart/2018/2/layout/IconVerticalSolidList"/>
    <dgm:cxn modelId="{B2E69BBF-21F2-44EB-9FCA-1D30E15D5302}" type="presParOf" srcId="{7B12D029-C044-464B-B8B9-8E36B809758D}" destId="{4911993A-E707-4D14-8AB4-9F4312BAC15C}" srcOrd="3" destOrd="0" presId="urn:microsoft.com/office/officeart/2018/2/layout/IconVerticalSolidList"/>
    <dgm:cxn modelId="{ADD921A7-FF59-440B-B0C9-873C1C704CF0}" type="presParOf" srcId="{7B12D029-C044-464B-B8B9-8E36B809758D}" destId="{ACE0ADEA-ABD5-4BDA-801A-79859F546F87}" srcOrd="4" destOrd="0" presId="urn:microsoft.com/office/officeart/2018/2/layout/IconVerticalSolidList"/>
    <dgm:cxn modelId="{855337F3-5E60-4BE8-B462-3ED9CF8C5E0A}" type="presParOf" srcId="{ACE0ADEA-ABD5-4BDA-801A-79859F546F87}" destId="{65EBAE1E-748A-481A-AD43-686E8DB23FAC}" srcOrd="0" destOrd="0" presId="urn:microsoft.com/office/officeart/2018/2/layout/IconVerticalSolidList"/>
    <dgm:cxn modelId="{5BE5750F-B93E-4D80-832A-E2C6839B0C6E}" type="presParOf" srcId="{ACE0ADEA-ABD5-4BDA-801A-79859F546F87}" destId="{27EC390E-F9E4-4034-9B70-C8D285BE6A83}" srcOrd="1" destOrd="0" presId="urn:microsoft.com/office/officeart/2018/2/layout/IconVerticalSolidList"/>
    <dgm:cxn modelId="{62E0BED8-9E23-42EA-9AE6-DEAA82E53D13}" type="presParOf" srcId="{ACE0ADEA-ABD5-4BDA-801A-79859F546F87}" destId="{21775A4E-2FED-4FC7-B1D9-568BD8D92CD9}" srcOrd="2" destOrd="0" presId="urn:microsoft.com/office/officeart/2018/2/layout/IconVerticalSolidList"/>
    <dgm:cxn modelId="{8F5899E5-80CB-46DB-9E94-71E5F474C3FC}" type="presParOf" srcId="{ACE0ADEA-ABD5-4BDA-801A-79859F546F87}" destId="{44AFCBEB-2231-4B64-8B72-C875CC7C4232}" srcOrd="3" destOrd="0" presId="urn:microsoft.com/office/officeart/2018/2/layout/IconVerticalSolidList"/>
    <dgm:cxn modelId="{07F70F13-F1CF-4084-954C-D8C212DD2334}" type="presParOf" srcId="{7B12D029-C044-464B-B8B9-8E36B809758D}" destId="{A451E609-FE85-46A5-A404-43246F897F2E}" srcOrd="5" destOrd="0" presId="urn:microsoft.com/office/officeart/2018/2/layout/IconVerticalSolidList"/>
    <dgm:cxn modelId="{B9A9E548-1AB3-4A18-871E-D02F09D182B9}" type="presParOf" srcId="{7B12D029-C044-464B-B8B9-8E36B809758D}" destId="{1FF4160E-6CFE-4499-9740-F4CA04E50283}" srcOrd="6" destOrd="0" presId="urn:microsoft.com/office/officeart/2018/2/layout/IconVerticalSolidList"/>
    <dgm:cxn modelId="{DA3E1CDD-6984-4BF4-B137-9ABE4BA21342}" type="presParOf" srcId="{1FF4160E-6CFE-4499-9740-F4CA04E50283}" destId="{690D1908-0DF8-4F92-B2F0-95A85B0EEA6C}" srcOrd="0" destOrd="0" presId="urn:microsoft.com/office/officeart/2018/2/layout/IconVerticalSolidList"/>
    <dgm:cxn modelId="{FDCBC07A-ABFB-402A-B6AC-10CC333AD491}" type="presParOf" srcId="{1FF4160E-6CFE-4499-9740-F4CA04E50283}" destId="{B11559FE-5F7D-4259-B981-FFC0FF72DA60}" srcOrd="1" destOrd="0" presId="urn:microsoft.com/office/officeart/2018/2/layout/IconVerticalSolidList"/>
    <dgm:cxn modelId="{B20DA215-A72F-4C71-B928-4495955DB127}" type="presParOf" srcId="{1FF4160E-6CFE-4499-9740-F4CA04E50283}" destId="{60327437-461D-4D1D-A809-D6C4362F7D6E}" srcOrd="2" destOrd="0" presId="urn:microsoft.com/office/officeart/2018/2/layout/IconVerticalSolidList"/>
    <dgm:cxn modelId="{1903DA6D-C69C-4B36-889E-49BBBB9B5D18}" type="presParOf" srcId="{1FF4160E-6CFE-4499-9740-F4CA04E50283}" destId="{F692D47F-DC78-479E-9F72-3440E089A96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AFD6C1-DD70-40E6-9563-C183243BBA72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3EAC775-5870-4194-94E1-9048F58FD7B3}">
      <dgm:prSet/>
      <dgm:spPr/>
      <dgm:t>
        <a:bodyPr/>
        <a:lstStyle/>
        <a:p>
          <a:r>
            <a:rPr lang="pt-PT" dirty="0"/>
            <a:t>Dificuldade em quantificar microplásticos de forma robusta.</a:t>
          </a:r>
          <a:endParaRPr lang="en-US" dirty="0"/>
        </a:p>
      </dgm:t>
    </dgm:pt>
    <dgm:pt modelId="{95388B79-08AA-41A0-8DF1-A45D2A00C18E}" type="parTrans" cxnId="{1D1950EC-67BD-4906-9664-C5BC6F443F36}">
      <dgm:prSet/>
      <dgm:spPr/>
      <dgm:t>
        <a:bodyPr/>
        <a:lstStyle/>
        <a:p>
          <a:endParaRPr lang="en-US"/>
        </a:p>
      </dgm:t>
    </dgm:pt>
    <dgm:pt modelId="{DBD8F0CE-B5DC-432D-AF50-44685D9B4B1A}" type="sibTrans" cxnId="{1D1950EC-67BD-4906-9664-C5BC6F443F36}">
      <dgm:prSet/>
      <dgm:spPr/>
      <dgm:t>
        <a:bodyPr/>
        <a:lstStyle/>
        <a:p>
          <a:endParaRPr lang="en-US"/>
        </a:p>
      </dgm:t>
    </dgm:pt>
    <dgm:pt modelId="{FDB66B46-B214-4927-9278-4A2CBA9FBC2D}">
      <dgm:prSet/>
      <dgm:spPr/>
      <dgm:t>
        <a:bodyPr/>
        <a:lstStyle/>
        <a:p>
          <a:r>
            <a:rPr lang="pt-PT"/>
            <a:t>Dependência de inspeção visual e thresholding.</a:t>
          </a:r>
          <a:endParaRPr lang="en-US"/>
        </a:p>
      </dgm:t>
    </dgm:pt>
    <dgm:pt modelId="{4F7CA1CD-3BC3-4780-B365-C566EDAE3C93}" type="parTrans" cxnId="{8208AC0B-E7D0-4572-BA2A-54EA3A1FA750}">
      <dgm:prSet/>
      <dgm:spPr/>
      <dgm:t>
        <a:bodyPr/>
        <a:lstStyle/>
        <a:p>
          <a:endParaRPr lang="en-US"/>
        </a:p>
      </dgm:t>
    </dgm:pt>
    <dgm:pt modelId="{EE07EC04-0B55-4176-8D0F-248AED5A461C}" type="sibTrans" cxnId="{8208AC0B-E7D0-4572-BA2A-54EA3A1FA750}">
      <dgm:prSet/>
      <dgm:spPr/>
      <dgm:t>
        <a:bodyPr/>
        <a:lstStyle/>
        <a:p>
          <a:endParaRPr lang="en-US"/>
        </a:p>
      </dgm:t>
    </dgm:pt>
    <dgm:pt modelId="{D3FCCAE7-187B-4BE0-9DD2-02652D3F277A}">
      <dgm:prSet/>
      <dgm:spPr/>
      <dgm:t>
        <a:bodyPr/>
        <a:lstStyle/>
        <a:p>
          <a:r>
            <a:rPr lang="pt-PT"/>
            <a:t>Falta de caracterização morfológica sistemática.</a:t>
          </a:r>
          <a:endParaRPr lang="en-US"/>
        </a:p>
      </dgm:t>
    </dgm:pt>
    <dgm:pt modelId="{1849291D-6F79-405C-B29F-80150BA2D26B}" type="parTrans" cxnId="{9E5F9B4F-9808-496A-A11F-37FAD1DECC93}">
      <dgm:prSet/>
      <dgm:spPr/>
      <dgm:t>
        <a:bodyPr/>
        <a:lstStyle/>
        <a:p>
          <a:endParaRPr lang="en-US"/>
        </a:p>
      </dgm:t>
    </dgm:pt>
    <dgm:pt modelId="{45445E13-B253-4206-A791-4F27B66B2D5F}" type="sibTrans" cxnId="{9E5F9B4F-9808-496A-A11F-37FAD1DECC93}">
      <dgm:prSet/>
      <dgm:spPr/>
      <dgm:t>
        <a:bodyPr/>
        <a:lstStyle/>
        <a:p>
          <a:endParaRPr lang="en-US"/>
        </a:p>
      </dgm:t>
    </dgm:pt>
    <dgm:pt modelId="{E7DECCE6-51BD-45F1-ADFC-7A1AAF82463F}">
      <dgm:prSet/>
      <dgm:spPr/>
      <dgm:t>
        <a:bodyPr/>
        <a:lstStyle/>
        <a:p>
          <a:r>
            <a:rPr lang="pt-PT"/>
            <a:t>Necessidade de métricas quantitativas para remoção e monitorização.</a:t>
          </a:r>
          <a:endParaRPr lang="en-US"/>
        </a:p>
      </dgm:t>
    </dgm:pt>
    <dgm:pt modelId="{A811A1D4-CD8F-4BE5-AAF1-194969249B69}" type="parTrans" cxnId="{356E3923-D935-4A67-9AA3-9813D4D87678}">
      <dgm:prSet/>
      <dgm:spPr/>
      <dgm:t>
        <a:bodyPr/>
        <a:lstStyle/>
        <a:p>
          <a:endParaRPr lang="en-US"/>
        </a:p>
      </dgm:t>
    </dgm:pt>
    <dgm:pt modelId="{9694D717-950F-4E23-ADA3-EF94D8E816D6}" type="sibTrans" cxnId="{356E3923-D935-4A67-9AA3-9813D4D87678}">
      <dgm:prSet/>
      <dgm:spPr/>
      <dgm:t>
        <a:bodyPr/>
        <a:lstStyle/>
        <a:p>
          <a:endParaRPr lang="en-US"/>
        </a:p>
      </dgm:t>
    </dgm:pt>
    <dgm:pt modelId="{CFBBA7DF-DFD1-462F-A181-253848EF4589}" type="pres">
      <dgm:prSet presAssocID="{D2AFD6C1-DD70-40E6-9563-C183243BBA7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5BA94F-8F0A-432B-9C6E-25BAC59B4BA3}" type="pres">
      <dgm:prSet presAssocID="{53EAC775-5870-4194-94E1-9048F58FD7B3}" presName="hierRoot1" presStyleCnt="0"/>
      <dgm:spPr/>
    </dgm:pt>
    <dgm:pt modelId="{A72F66AE-E612-4B7E-A0D5-0ED18CC34861}" type="pres">
      <dgm:prSet presAssocID="{53EAC775-5870-4194-94E1-9048F58FD7B3}" presName="composite" presStyleCnt="0"/>
      <dgm:spPr/>
    </dgm:pt>
    <dgm:pt modelId="{F0F80BF5-2108-4D01-A4BA-35D4052528D1}" type="pres">
      <dgm:prSet presAssocID="{53EAC775-5870-4194-94E1-9048F58FD7B3}" presName="background" presStyleLbl="node0" presStyleIdx="0" presStyleCnt="4"/>
      <dgm:spPr/>
    </dgm:pt>
    <dgm:pt modelId="{5FCAD184-6C39-49D6-A615-70752C6486DC}" type="pres">
      <dgm:prSet presAssocID="{53EAC775-5870-4194-94E1-9048F58FD7B3}" presName="text" presStyleLbl="fgAcc0" presStyleIdx="0" presStyleCnt="4">
        <dgm:presLayoutVars>
          <dgm:chPref val="3"/>
        </dgm:presLayoutVars>
      </dgm:prSet>
      <dgm:spPr/>
    </dgm:pt>
    <dgm:pt modelId="{8A3FE51D-187F-499A-B77C-DC2F04A0D05B}" type="pres">
      <dgm:prSet presAssocID="{53EAC775-5870-4194-94E1-9048F58FD7B3}" presName="hierChild2" presStyleCnt="0"/>
      <dgm:spPr/>
    </dgm:pt>
    <dgm:pt modelId="{83A31F03-3F26-4180-BB8F-66476C07B634}" type="pres">
      <dgm:prSet presAssocID="{FDB66B46-B214-4927-9278-4A2CBA9FBC2D}" presName="hierRoot1" presStyleCnt="0"/>
      <dgm:spPr/>
    </dgm:pt>
    <dgm:pt modelId="{15DF1954-B5CE-4C35-86C1-BB41779B1712}" type="pres">
      <dgm:prSet presAssocID="{FDB66B46-B214-4927-9278-4A2CBA9FBC2D}" presName="composite" presStyleCnt="0"/>
      <dgm:spPr/>
    </dgm:pt>
    <dgm:pt modelId="{2DD765C2-5175-4C08-B236-23A1B2A2260B}" type="pres">
      <dgm:prSet presAssocID="{FDB66B46-B214-4927-9278-4A2CBA9FBC2D}" presName="background" presStyleLbl="node0" presStyleIdx="1" presStyleCnt="4"/>
      <dgm:spPr/>
    </dgm:pt>
    <dgm:pt modelId="{70A0FC33-530B-4726-A6B0-D2D21CCA1BED}" type="pres">
      <dgm:prSet presAssocID="{FDB66B46-B214-4927-9278-4A2CBA9FBC2D}" presName="text" presStyleLbl="fgAcc0" presStyleIdx="1" presStyleCnt="4">
        <dgm:presLayoutVars>
          <dgm:chPref val="3"/>
        </dgm:presLayoutVars>
      </dgm:prSet>
      <dgm:spPr/>
    </dgm:pt>
    <dgm:pt modelId="{CC168DED-B9D9-4C3B-9943-4FC5F6AFAF08}" type="pres">
      <dgm:prSet presAssocID="{FDB66B46-B214-4927-9278-4A2CBA9FBC2D}" presName="hierChild2" presStyleCnt="0"/>
      <dgm:spPr/>
    </dgm:pt>
    <dgm:pt modelId="{6F46F54D-D51E-48E4-AD9C-DE46272C070B}" type="pres">
      <dgm:prSet presAssocID="{D3FCCAE7-187B-4BE0-9DD2-02652D3F277A}" presName="hierRoot1" presStyleCnt="0"/>
      <dgm:spPr/>
    </dgm:pt>
    <dgm:pt modelId="{2A1548B7-9BD6-4BB7-BAE6-68A9A2502A6E}" type="pres">
      <dgm:prSet presAssocID="{D3FCCAE7-187B-4BE0-9DD2-02652D3F277A}" presName="composite" presStyleCnt="0"/>
      <dgm:spPr/>
    </dgm:pt>
    <dgm:pt modelId="{860935CC-D9E5-42A8-9B28-B1D086F15836}" type="pres">
      <dgm:prSet presAssocID="{D3FCCAE7-187B-4BE0-9DD2-02652D3F277A}" presName="background" presStyleLbl="node0" presStyleIdx="2" presStyleCnt="4"/>
      <dgm:spPr/>
    </dgm:pt>
    <dgm:pt modelId="{49589C71-E3B9-4F33-881F-C5EDADA62AE4}" type="pres">
      <dgm:prSet presAssocID="{D3FCCAE7-187B-4BE0-9DD2-02652D3F277A}" presName="text" presStyleLbl="fgAcc0" presStyleIdx="2" presStyleCnt="4">
        <dgm:presLayoutVars>
          <dgm:chPref val="3"/>
        </dgm:presLayoutVars>
      </dgm:prSet>
      <dgm:spPr/>
    </dgm:pt>
    <dgm:pt modelId="{CA036543-2DE7-47F7-B325-540FACEF6D46}" type="pres">
      <dgm:prSet presAssocID="{D3FCCAE7-187B-4BE0-9DD2-02652D3F277A}" presName="hierChild2" presStyleCnt="0"/>
      <dgm:spPr/>
    </dgm:pt>
    <dgm:pt modelId="{F98D0BF9-9328-48B3-A120-B69866992B31}" type="pres">
      <dgm:prSet presAssocID="{E7DECCE6-51BD-45F1-ADFC-7A1AAF82463F}" presName="hierRoot1" presStyleCnt="0"/>
      <dgm:spPr/>
    </dgm:pt>
    <dgm:pt modelId="{74FF7A74-79AD-49B2-965F-231A7BC879EF}" type="pres">
      <dgm:prSet presAssocID="{E7DECCE6-51BD-45F1-ADFC-7A1AAF82463F}" presName="composite" presStyleCnt="0"/>
      <dgm:spPr/>
    </dgm:pt>
    <dgm:pt modelId="{AB0F6A88-D87C-461F-B327-0A5415F8CE52}" type="pres">
      <dgm:prSet presAssocID="{E7DECCE6-51BD-45F1-ADFC-7A1AAF82463F}" presName="background" presStyleLbl="node0" presStyleIdx="3" presStyleCnt="4"/>
      <dgm:spPr/>
    </dgm:pt>
    <dgm:pt modelId="{5DA1D0E7-4876-45BE-ACE3-7BE407055AB4}" type="pres">
      <dgm:prSet presAssocID="{E7DECCE6-51BD-45F1-ADFC-7A1AAF82463F}" presName="text" presStyleLbl="fgAcc0" presStyleIdx="3" presStyleCnt="4">
        <dgm:presLayoutVars>
          <dgm:chPref val="3"/>
        </dgm:presLayoutVars>
      </dgm:prSet>
      <dgm:spPr/>
    </dgm:pt>
    <dgm:pt modelId="{20E9267B-38D0-42D1-B74A-899B6E528C5D}" type="pres">
      <dgm:prSet presAssocID="{E7DECCE6-51BD-45F1-ADFC-7A1AAF82463F}" presName="hierChild2" presStyleCnt="0"/>
      <dgm:spPr/>
    </dgm:pt>
  </dgm:ptLst>
  <dgm:cxnLst>
    <dgm:cxn modelId="{8208AC0B-E7D0-4572-BA2A-54EA3A1FA750}" srcId="{D2AFD6C1-DD70-40E6-9563-C183243BBA72}" destId="{FDB66B46-B214-4927-9278-4A2CBA9FBC2D}" srcOrd="1" destOrd="0" parTransId="{4F7CA1CD-3BC3-4780-B365-C566EDAE3C93}" sibTransId="{EE07EC04-0B55-4176-8D0F-248AED5A461C}"/>
    <dgm:cxn modelId="{41D97111-D5B6-499B-9F08-89E71073D446}" type="presOf" srcId="{D2AFD6C1-DD70-40E6-9563-C183243BBA72}" destId="{CFBBA7DF-DFD1-462F-A181-253848EF4589}" srcOrd="0" destOrd="0" presId="urn:microsoft.com/office/officeart/2005/8/layout/hierarchy1"/>
    <dgm:cxn modelId="{356E3923-D935-4A67-9AA3-9813D4D87678}" srcId="{D2AFD6C1-DD70-40E6-9563-C183243BBA72}" destId="{E7DECCE6-51BD-45F1-ADFC-7A1AAF82463F}" srcOrd="3" destOrd="0" parTransId="{A811A1D4-CD8F-4BE5-AAF1-194969249B69}" sibTransId="{9694D717-950F-4E23-ADA3-EF94D8E816D6}"/>
    <dgm:cxn modelId="{1052B55B-6221-4F0A-937B-420785510C2F}" type="presOf" srcId="{D3FCCAE7-187B-4BE0-9DD2-02652D3F277A}" destId="{49589C71-E3B9-4F33-881F-C5EDADA62AE4}" srcOrd="0" destOrd="0" presId="urn:microsoft.com/office/officeart/2005/8/layout/hierarchy1"/>
    <dgm:cxn modelId="{9E5F9B4F-9808-496A-A11F-37FAD1DECC93}" srcId="{D2AFD6C1-DD70-40E6-9563-C183243BBA72}" destId="{D3FCCAE7-187B-4BE0-9DD2-02652D3F277A}" srcOrd="2" destOrd="0" parTransId="{1849291D-6F79-405C-B29F-80150BA2D26B}" sibTransId="{45445E13-B253-4206-A791-4F27B66B2D5F}"/>
    <dgm:cxn modelId="{99D78172-76D2-40DB-901D-23B25163EC65}" type="presOf" srcId="{FDB66B46-B214-4927-9278-4A2CBA9FBC2D}" destId="{70A0FC33-530B-4726-A6B0-D2D21CCA1BED}" srcOrd="0" destOrd="0" presId="urn:microsoft.com/office/officeart/2005/8/layout/hierarchy1"/>
    <dgm:cxn modelId="{5D9D71CB-27A3-4FEF-80B4-C4A12AA54A74}" type="presOf" srcId="{53EAC775-5870-4194-94E1-9048F58FD7B3}" destId="{5FCAD184-6C39-49D6-A615-70752C6486DC}" srcOrd="0" destOrd="0" presId="urn:microsoft.com/office/officeart/2005/8/layout/hierarchy1"/>
    <dgm:cxn modelId="{1D1950EC-67BD-4906-9664-C5BC6F443F36}" srcId="{D2AFD6C1-DD70-40E6-9563-C183243BBA72}" destId="{53EAC775-5870-4194-94E1-9048F58FD7B3}" srcOrd="0" destOrd="0" parTransId="{95388B79-08AA-41A0-8DF1-A45D2A00C18E}" sibTransId="{DBD8F0CE-B5DC-432D-AF50-44685D9B4B1A}"/>
    <dgm:cxn modelId="{52073EF7-3B8B-418F-88EB-A41213EA57BA}" type="presOf" srcId="{E7DECCE6-51BD-45F1-ADFC-7A1AAF82463F}" destId="{5DA1D0E7-4876-45BE-ACE3-7BE407055AB4}" srcOrd="0" destOrd="0" presId="urn:microsoft.com/office/officeart/2005/8/layout/hierarchy1"/>
    <dgm:cxn modelId="{37D015F2-54C9-442C-BB11-E6F470ED1BEE}" type="presParOf" srcId="{CFBBA7DF-DFD1-462F-A181-253848EF4589}" destId="{D95BA94F-8F0A-432B-9C6E-25BAC59B4BA3}" srcOrd="0" destOrd="0" presId="urn:microsoft.com/office/officeart/2005/8/layout/hierarchy1"/>
    <dgm:cxn modelId="{5793BD6C-5B72-4662-99C1-1A286C7299A3}" type="presParOf" srcId="{D95BA94F-8F0A-432B-9C6E-25BAC59B4BA3}" destId="{A72F66AE-E612-4B7E-A0D5-0ED18CC34861}" srcOrd="0" destOrd="0" presId="urn:microsoft.com/office/officeart/2005/8/layout/hierarchy1"/>
    <dgm:cxn modelId="{AFC3F0DE-650B-400A-A7A7-8E356B205BD3}" type="presParOf" srcId="{A72F66AE-E612-4B7E-A0D5-0ED18CC34861}" destId="{F0F80BF5-2108-4D01-A4BA-35D4052528D1}" srcOrd="0" destOrd="0" presId="urn:microsoft.com/office/officeart/2005/8/layout/hierarchy1"/>
    <dgm:cxn modelId="{22652DEF-40FE-41FB-BB58-4749E948ECD0}" type="presParOf" srcId="{A72F66AE-E612-4B7E-A0D5-0ED18CC34861}" destId="{5FCAD184-6C39-49D6-A615-70752C6486DC}" srcOrd="1" destOrd="0" presId="urn:microsoft.com/office/officeart/2005/8/layout/hierarchy1"/>
    <dgm:cxn modelId="{CD57EDAD-24B3-464B-B605-E458976218FF}" type="presParOf" srcId="{D95BA94F-8F0A-432B-9C6E-25BAC59B4BA3}" destId="{8A3FE51D-187F-499A-B77C-DC2F04A0D05B}" srcOrd="1" destOrd="0" presId="urn:microsoft.com/office/officeart/2005/8/layout/hierarchy1"/>
    <dgm:cxn modelId="{D266BC9C-86BE-402F-A29A-22AAC4C007F4}" type="presParOf" srcId="{CFBBA7DF-DFD1-462F-A181-253848EF4589}" destId="{83A31F03-3F26-4180-BB8F-66476C07B634}" srcOrd="1" destOrd="0" presId="urn:microsoft.com/office/officeart/2005/8/layout/hierarchy1"/>
    <dgm:cxn modelId="{6783E6B1-57F3-4DD3-B7C8-8A60866035D9}" type="presParOf" srcId="{83A31F03-3F26-4180-BB8F-66476C07B634}" destId="{15DF1954-B5CE-4C35-86C1-BB41779B1712}" srcOrd="0" destOrd="0" presId="urn:microsoft.com/office/officeart/2005/8/layout/hierarchy1"/>
    <dgm:cxn modelId="{055CBA1C-BB99-4FDE-8A82-D07992D614B5}" type="presParOf" srcId="{15DF1954-B5CE-4C35-86C1-BB41779B1712}" destId="{2DD765C2-5175-4C08-B236-23A1B2A2260B}" srcOrd="0" destOrd="0" presId="urn:microsoft.com/office/officeart/2005/8/layout/hierarchy1"/>
    <dgm:cxn modelId="{96E57C9E-3C37-4FD6-AE11-CB8C0DD49402}" type="presParOf" srcId="{15DF1954-B5CE-4C35-86C1-BB41779B1712}" destId="{70A0FC33-530B-4726-A6B0-D2D21CCA1BED}" srcOrd="1" destOrd="0" presId="urn:microsoft.com/office/officeart/2005/8/layout/hierarchy1"/>
    <dgm:cxn modelId="{1A2E52C8-A514-4964-93D3-D2149A99DBAA}" type="presParOf" srcId="{83A31F03-3F26-4180-BB8F-66476C07B634}" destId="{CC168DED-B9D9-4C3B-9943-4FC5F6AFAF08}" srcOrd="1" destOrd="0" presId="urn:microsoft.com/office/officeart/2005/8/layout/hierarchy1"/>
    <dgm:cxn modelId="{35A00200-4E9C-4286-8B8F-0AD4899E32AD}" type="presParOf" srcId="{CFBBA7DF-DFD1-462F-A181-253848EF4589}" destId="{6F46F54D-D51E-48E4-AD9C-DE46272C070B}" srcOrd="2" destOrd="0" presId="urn:microsoft.com/office/officeart/2005/8/layout/hierarchy1"/>
    <dgm:cxn modelId="{672CF7DA-D78F-435F-8519-30A07AD98268}" type="presParOf" srcId="{6F46F54D-D51E-48E4-AD9C-DE46272C070B}" destId="{2A1548B7-9BD6-4BB7-BAE6-68A9A2502A6E}" srcOrd="0" destOrd="0" presId="urn:microsoft.com/office/officeart/2005/8/layout/hierarchy1"/>
    <dgm:cxn modelId="{2172C8F3-FBC7-4BB7-BB7D-A8FDB26E82C9}" type="presParOf" srcId="{2A1548B7-9BD6-4BB7-BAE6-68A9A2502A6E}" destId="{860935CC-D9E5-42A8-9B28-B1D086F15836}" srcOrd="0" destOrd="0" presId="urn:microsoft.com/office/officeart/2005/8/layout/hierarchy1"/>
    <dgm:cxn modelId="{B9D995A5-D5BB-435E-9096-F882B58ED396}" type="presParOf" srcId="{2A1548B7-9BD6-4BB7-BAE6-68A9A2502A6E}" destId="{49589C71-E3B9-4F33-881F-C5EDADA62AE4}" srcOrd="1" destOrd="0" presId="urn:microsoft.com/office/officeart/2005/8/layout/hierarchy1"/>
    <dgm:cxn modelId="{75DC2E5E-38C3-41A8-BBF9-33E1B7E17944}" type="presParOf" srcId="{6F46F54D-D51E-48E4-AD9C-DE46272C070B}" destId="{CA036543-2DE7-47F7-B325-540FACEF6D46}" srcOrd="1" destOrd="0" presId="urn:microsoft.com/office/officeart/2005/8/layout/hierarchy1"/>
    <dgm:cxn modelId="{77D95420-B3A5-43F0-9BCB-BA780A7EF2C4}" type="presParOf" srcId="{CFBBA7DF-DFD1-462F-A181-253848EF4589}" destId="{F98D0BF9-9328-48B3-A120-B69866992B31}" srcOrd="3" destOrd="0" presId="urn:microsoft.com/office/officeart/2005/8/layout/hierarchy1"/>
    <dgm:cxn modelId="{17A210EE-8BC9-4044-BEEE-5E472315DD26}" type="presParOf" srcId="{F98D0BF9-9328-48B3-A120-B69866992B31}" destId="{74FF7A74-79AD-49B2-965F-231A7BC879EF}" srcOrd="0" destOrd="0" presId="urn:microsoft.com/office/officeart/2005/8/layout/hierarchy1"/>
    <dgm:cxn modelId="{07C098E3-C426-4A0F-ABAC-DCC5F117F86A}" type="presParOf" srcId="{74FF7A74-79AD-49B2-965F-231A7BC879EF}" destId="{AB0F6A88-D87C-461F-B327-0A5415F8CE52}" srcOrd="0" destOrd="0" presId="urn:microsoft.com/office/officeart/2005/8/layout/hierarchy1"/>
    <dgm:cxn modelId="{04FFDEF1-60C9-449D-AF97-D79EA85FFE9A}" type="presParOf" srcId="{74FF7A74-79AD-49B2-965F-231A7BC879EF}" destId="{5DA1D0E7-4876-45BE-ACE3-7BE407055AB4}" srcOrd="1" destOrd="0" presId="urn:microsoft.com/office/officeart/2005/8/layout/hierarchy1"/>
    <dgm:cxn modelId="{B48FF2EB-C34D-4E7F-BB8C-3514EFA2D306}" type="presParOf" srcId="{F98D0BF9-9328-48B3-A120-B69866992B31}" destId="{20E9267B-38D0-42D1-B74A-899B6E528C5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C1AC5ED-C69B-40F1-B1C6-BF6DE6FCC4F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A01F740-C8DC-4B2D-82B8-4C0FBB901D01}">
      <dgm:prSet/>
      <dgm:spPr/>
      <dgm:t>
        <a:bodyPr/>
        <a:lstStyle/>
        <a:p>
          <a:r>
            <a:rPr lang="pt-PT"/>
            <a:t>Desenvolver uma metodologia computacional para deteção e quantificação automática.</a:t>
          </a:r>
          <a:endParaRPr lang="en-US"/>
        </a:p>
      </dgm:t>
    </dgm:pt>
    <dgm:pt modelId="{A88F3521-6B5F-4086-AA17-9D7CE1FF4B2B}" type="parTrans" cxnId="{A3F4B1DE-0831-4EFA-A4CF-E63EEFD5AD09}">
      <dgm:prSet/>
      <dgm:spPr/>
      <dgm:t>
        <a:bodyPr/>
        <a:lstStyle/>
        <a:p>
          <a:endParaRPr lang="en-US"/>
        </a:p>
      </dgm:t>
    </dgm:pt>
    <dgm:pt modelId="{B64A999B-62C9-46CB-B32F-26DB43860A6F}" type="sibTrans" cxnId="{A3F4B1DE-0831-4EFA-A4CF-E63EEFD5AD09}">
      <dgm:prSet/>
      <dgm:spPr/>
      <dgm:t>
        <a:bodyPr/>
        <a:lstStyle/>
        <a:p>
          <a:endParaRPr lang="en-US"/>
        </a:p>
      </dgm:t>
    </dgm:pt>
    <dgm:pt modelId="{69E0C480-F76D-4853-B431-B43015EA4DE7}">
      <dgm:prSet/>
      <dgm:spPr/>
      <dgm:t>
        <a:bodyPr/>
        <a:lstStyle/>
        <a:p>
          <a:r>
            <a:rPr lang="pt-PT"/>
            <a:t>Extrair descritores morfológicos.</a:t>
          </a:r>
          <a:endParaRPr lang="en-US"/>
        </a:p>
      </dgm:t>
    </dgm:pt>
    <dgm:pt modelId="{157576BB-D4E7-43B6-8CE1-F99271961100}" type="parTrans" cxnId="{4A7BF5E3-8537-471F-B190-AA47EABBB4E8}">
      <dgm:prSet/>
      <dgm:spPr/>
      <dgm:t>
        <a:bodyPr/>
        <a:lstStyle/>
        <a:p>
          <a:endParaRPr lang="en-US"/>
        </a:p>
      </dgm:t>
    </dgm:pt>
    <dgm:pt modelId="{0E3942B9-3EB0-45C5-AD3F-74B45C5D9BB3}" type="sibTrans" cxnId="{4A7BF5E3-8537-471F-B190-AA47EABBB4E8}">
      <dgm:prSet/>
      <dgm:spPr/>
      <dgm:t>
        <a:bodyPr/>
        <a:lstStyle/>
        <a:p>
          <a:endParaRPr lang="en-US"/>
        </a:p>
      </dgm:t>
    </dgm:pt>
    <dgm:pt modelId="{CACC7E51-7CF3-4BBB-ADDE-06CEA64D8FF9}">
      <dgm:prSet/>
      <dgm:spPr/>
      <dgm:t>
        <a:bodyPr/>
        <a:lstStyle/>
        <a:p>
          <a:r>
            <a:rPr lang="pt-PT"/>
            <a:t>Classificar partículas em categorias relevantes.</a:t>
          </a:r>
          <a:endParaRPr lang="en-US"/>
        </a:p>
      </dgm:t>
    </dgm:pt>
    <dgm:pt modelId="{F28F5EAE-A9C3-45C2-A8F6-E29567481A14}" type="parTrans" cxnId="{CBA14AAE-5DA0-407D-87D2-D1EACD5C39E4}">
      <dgm:prSet/>
      <dgm:spPr/>
      <dgm:t>
        <a:bodyPr/>
        <a:lstStyle/>
        <a:p>
          <a:endParaRPr lang="en-US"/>
        </a:p>
      </dgm:t>
    </dgm:pt>
    <dgm:pt modelId="{33D57694-7E8B-4ABA-9843-176225CF1FF8}" type="sibTrans" cxnId="{CBA14AAE-5DA0-407D-87D2-D1EACD5C39E4}">
      <dgm:prSet/>
      <dgm:spPr/>
      <dgm:t>
        <a:bodyPr/>
        <a:lstStyle/>
        <a:p>
          <a:endParaRPr lang="en-US"/>
        </a:p>
      </dgm:t>
    </dgm:pt>
    <dgm:pt modelId="{9367BFCB-B92B-4BD5-B420-B38CFFF6924B}">
      <dgm:prSet/>
      <dgm:spPr/>
      <dgm:t>
        <a:bodyPr/>
        <a:lstStyle/>
        <a:p>
          <a:r>
            <a:rPr lang="pt-PT"/>
            <a:t>Integrar o pipeline no contexto do projeto RESOLVE</a:t>
          </a:r>
          <a:endParaRPr lang="en-US"/>
        </a:p>
      </dgm:t>
    </dgm:pt>
    <dgm:pt modelId="{94074375-CF0B-42BE-A747-04F8C23D85DB}" type="parTrans" cxnId="{E4589F96-89AC-4A72-9EA1-D4A9DC3810E6}">
      <dgm:prSet/>
      <dgm:spPr/>
      <dgm:t>
        <a:bodyPr/>
        <a:lstStyle/>
        <a:p>
          <a:endParaRPr lang="en-US"/>
        </a:p>
      </dgm:t>
    </dgm:pt>
    <dgm:pt modelId="{BB7402BC-6844-4C6B-8E11-A8078ACB13A2}" type="sibTrans" cxnId="{E4589F96-89AC-4A72-9EA1-D4A9DC3810E6}">
      <dgm:prSet/>
      <dgm:spPr/>
      <dgm:t>
        <a:bodyPr/>
        <a:lstStyle/>
        <a:p>
          <a:endParaRPr lang="en-US"/>
        </a:p>
      </dgm:t>
    </dgm:pt>
    <dgm:pt modelId="{310A3EE0-4C10-45FD-801C-6FE4912B1F7D}" type="pres">
      <dgm:prSet presAssocID="{9C1AC5ED-C69B-40F1-B1C6-BF6DE6FCC4FC}" presName="root" presStyleCnt="0">
        <dgm:presLayoutVars>
          <dgm:dir/>
          <dgm:resizeHandles val="exact"/>
        </dgm:presLayoutVars>
      </dgm:prSet>
      <dgm:spPr/>
    </dgm:pt>
    <dgm:pt modelId="{1CA975B0-C8A6-41C1-A4F8-61CC6BD49192}" type="pres">
      <dgm:prSet presAssocID="{5A01F740-C8DC-4B2D-82B8-4C0FBB901D01}" presName="compNode" presStyleCnt="0"/>
      <dgm:spPr/>
    </dgm:pt>
    <dgm:pt modelId="{D1D6EEE5-EFBD-41F2-BBD8-8D5D379F52AE}" type="pres">
      <dgm:prSet presAssocID="{5A01F740-C8DC-4B2D-82B8-4C0FBB901D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8A07EB36-448F-4260-A76E-DC514AFEB057}" type="pres">
      <dgm:prSet presAssocID="{5A01F740-C8DC-4B2D-82B8-4C0FBB901D01}" presName="spaceRect" presStyleCnt="0"/>
      <dgm:spPr/>
    </dgm:pt>
    <dgm:pt modelId="{6D601AD1-D2D6-4210-A4B0-A223709C93B4}" type="pres">
      <dgm:prSet presAssocID="{5A01F740-C8DC-4B2D-82B8-4C0FBB901D01}" presName="textRect" presStyleLbl="revTx" presStyleIdx="0" presStyleCnt="4">
        <dgm:presLayoutVars>
          <dgm:chMax val="1"/>
          <dgm:chPref val="1"/>
        </dgm:presLayoutVars>
      </dgm:prSet>
      <dgm:spPr/>
    </dgm:pt>
    <dgm:pt modelId="{3774414F-1C86-4A62-96C9-13202F9E032E}" type="pres">
      <dgm:prSet presAssocID="{B64A999B-62C9-46CB-B32F-26DB43860A6F}" presName="sibTrans" presStyleCnt="0"/>
      <dgm:spPr/>
    </dgm:pt>
    <dgm:pt modelId="{94ACAEB1-8EA4-4360-9345-470F7505D05D}" type="pres">
      <dgm:prSet presAssocID="{69E0C480-F76D-4853-B431-B43015EA4DE7}" presName="compNode" presStyleCnt="0"/>
      <dgm:spPr/>
    </dgm:pt>
    <dgm:pt modelId="{A613B457-17D7-4280-9D20-76A078563FCC}" type="pres">
      <dgm:prSet presAssocID="{69E0C480-F76D-4853-B431-B43015EA4DE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8B74F0E7-4400-4F1B-971F-72DE9114D810}" type="pres">
      <dgm:prSet presAssocID="{69E0C480-F76D-4853-B431-B43015EA4DE7}" presName="spaceRect" presStyleCnt="0"/>
      <dgm:spPr/>
    </dgm:pt>
    <dgm:pt modelId="{89EDE613-7A55-4245-A19F-1AF65C6DDF24}" type="pres">
      <dgm:prSet presAssocID="{69E0C480-F76D-4853-B431-B43015EA4DE7}" presName="textRect" presStyleLbl="revTx" presStyleIdx="1" presStyleCnt="4">
        <dgm:presLayoutVars>
          <dgm:chMax val="1"/>
          <dgm:chPref val="1"/>
        </dgm:presLayoutVars>
      </dgm:prSet>
      <dgm:spPr/>
    </dgm:pt>
    <dgm:pt modelId="{27B7E72D-2D28-4443-9B53-DE41FDAC8B9A}" type="pres">
      <dgm:prSet presAssocID="{0E3942B9-3EB0-45C5-AD3F-74B45C5D9BB3}" presName="sibTrans" presStyleCnt="0"/>
      <dgm:spPr/>
    </dgm:pt>
    <dgm:pt modelId="{3C768193-BCAE-41B3-8FC2-5600CDA6EE18}" type="pres">
      <dgm:prSet presAssocID="{CACC7E51-7CF3-4BBB-ADDE-06CEA64D8FF9}" presName="compNode" presStyleCnt="0"/>
      <dgm:spPr/>
    </dgm:pt>
    <dgm:pt modelId="{73121A8D-C650-4778-9D6F-ABAC055726A2}" type="pres">
      <dgm:prSet presAssocID="{CACC7E51-7CF3-4BBB-ADDE-06CEA64D8FF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ção"/>
        </a:ext>
      </dgm:extLst>
    </dgm:pt>
    <dgm:pt modelId="{ACFF3D43-F493-4C48-BC01-0B554DADBC14}" type="pres">
      <dgm:prSet presAssocID="{CACC7E51-7CF3-4BBB-ADDE-06CEA64D8FF9}" presName="spaceRect" presStyleCnt="0"/>
      <dgm:spPr/>
    </dgm:pt>
    <dgm:pt modelId="{06AE483C-6613-4482-9B8E-E849401E2F13}" type="pres">
      <dgm:prSet presAssocID="{CACC7E51-7CF3-4BBB-ADDE-06CEA64D8FF9}" presName="textRect" presStyleLbl="revTx" presStyleIdx="2" presStyleCnt="4">
        <dgm:presLayoutVars>
          <dgm:chMax val="1"/>
          <dgm:chPref val="1"/>
        </dgm:presLayoutVars>
      </dgm:prSet>
      <dgm:spPr/>
    </dgm:pt>
    <dgm:pt modelId="{9D5064D4-75CF-4534-B254-86D683055653}" type="pres">
      <dgm:prSet presAssocID="{33D57694-7E8B-4ABA-9843-176225CF1FF8}" presName="sibTrans" presStyleCnt="0"/>
      <dgm:spPr/>
    </dgm:pt>
    <dgm:pt modelId="{6D25CD1B-AE4D-473C-9A72-4066C4B166D9}" type="pres">
      <dgm:prSet presAssocID="{9367BFCB-B92B-4BD5-B420-B38CFFF6924B}" presName="compNode" presStyleCnt="0"/>
      <dgm:spPr/>
    </dgm:pt>
    <dgm:pt modelId="{40A17F4B-8A0C-4241-90BD-8EDA5408C19F}" type="pres">
      <dgm:prSet presAssocID="{9367BFCB-B92B-4BD5-B420-B38CFFF6924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AE1CCF52-40FD-4705-B5F4-35F8CA34F48A}" type="pres">
      <dgm:prSet presAssocID="{9367BFCB-B92B-4BD5-B420-B38CFFF6924B}" presName="spaceRect" presStyleCnt="0"/>
      <dgm:spPr/>
    </dgm:pt>
    <dgm:pt modelId="{17806DDE-9047-4416-BB35-6327BF07A3EF}" type="pres">
      <dgm:prSet presAssocID="{9367BFCB-B92B-4BD5-B420-B38CFFF6924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5103E0F-FCD4-4D29-9BD8-91C24D8A2471}" type="presOf" srcId="{CACC7E51-7CF3-4BBB-ADDE-06CEA64D8FF9}" destId="{06AE483C-6613-4482-9B8E-E849401E2F13}" srcOrd="0" destOrd="0" presId="urn:microsoft.com/office/officeart/2018/2/layout/IconLabelList"/>
    <dgm:cxn modelId="{E777BD4E-76F8-4736-B150-E444C7E1B493}" type="presOf" srcId="{5A01F740-C8DC-4B2D-82B8-4C0FBB901D01}" destId="{6D601AD1-D2D6-4210-A4B0-A223709C93B4}" srcOrd="0" destOrd="0" presId="urn:microsoft.com/office/officeart/2018/2/layout/IconLabelList"/>
    <dgm:cxn modelId="{7B732C78-6B36-4810-9B19-3F69E990928C}" type="presOf" srcId="{9367BFCB-B92B-4BD5-B420-B38CFFF6924B}" destId="{17806DDE-9047-4416-BB35-6327BF07A3EF}" srcOrd="0" destOrd="0" presId="urn:microsoft.com/office/officeart/2018/2/layout/IconLabelList"/>
    <dgm:cxn modelId="{04C6A179-1F76-488F-BE64-2025D8FB0999}" type="presOf" srcId="{69E0C480-F76D-4853-B431-B43015EA4DE7}" destId="{89EDE613-7A55-4245-A19F-1AF65C6DDF24}" srcOrd="0" destOrd="0" presId="urn:microsoft.com/office/officeart/2018/2/layout/IconLabelList"/>
    <dgm:cxn modelId="{E4589F96-89AC-4A72-9EA1-D4A9DC3810E6}" srcId="{9C1AC5ED-C69B-40F1-B1C6-BF6DE6FCC4FC}" destId="{9367BFCB-B92B-4BD5-B420-B38CFFF6924B}" srcOrd="3" destOrd="0" parTransId="{94074375-CF0B-42BE-A747-04F8C23D85DB}" sibTransId="{BB7402BC-6844-4C6B-8E11-A8078ACB13A2}"/>
    <dgm:cxn modelId="{AD5374AB-9ED7-43D8-8722-9698598675A8}" type="presOf" srcId="{9C1AC5ED-C69B-40F1-B1C6-BF6DE6FCC4FC}" destId="{310A3EE0-4C10-45FD-801C-6FE4912B1F7D}" srcOrd="0" destOrd="0" presId="urn:microsoft.com/office/officeart/2018/2/layout/IconLabelList"/>
    <dgm:cxn modelId="{CBA14AAE-5DA0-407D-87D2-D1EACD5C39E4}" srcId="{9C1AC5ED-C69B-40F1-B1C6-BF6DE6FCC4FC}" destId="{CACC7E51-7CF3-4BBB-ADDE-06CEA64D8FF9}" srcOrd="2" destOrd="0" parTransId="{F28F5EAE-A9C3-45C2-A8F6-E29567481A14}" sibTransId="{33D57694-7E8B-4ABA-9843-176225CF1FF8}"/>
    <dgm:cxn modelId="{A3F4B1DE-0831-4EFA-A4CF-E63EEFD5AD09}" srcId="{9C1AC5ED-C69B-40F1-B1C6-BF6DE6FCC4FC}" destId="{5A01F740-C8DC-4B2D-82B8-4C0FBB901D01}" srcOrd="0" destOrd="0" parTransId="{A88F3521-6B5F-4086-AA17-9D7CE1FF4B2B}" sibTransId="{B64A999B-62C9-46CB-B32F-26DB43860A6F}"/>
    <dgm:cxn modelId="{4A7BF5E3-8537-471F-B190-AA47EABBB4E8}" srcId="{9C1AC5ED-C69B-40F1-B1C6-BF6DE6FCC4FC}" destId="{69E0C480-F76D-4853-B431-B43015EA4DE7}" srcOrd="1" destOrd="0" parTransId="{157576BB-D4E7-43B6-8CE1-F99271961100}" sibTransId="{0E3942B9-3EB0-45C5-AD3F-74B45C5D9BB3}"/>
    <dgm:cxn modelId="{2C0103D6-63A4-450C-9DFE-B6B600291A02}" type="presParOf" srcId="{310A3EE0-4C10-45FD-801C-6FE4912B1F7D}" destId="{1CA975B0-C8A6-41C1-A4F8-61CC6BD49192}" srcOrd="0" destOrd="0" presId="urn:microsoft.com/office/officeart/2018/2/layout/IconLabelList"/>
    <dgm:cxn modelId="{CAAB6008-32C0-499E-BD49-971B791B336A}" type="presParOf" srcId="{1CA975B0-C8A6-41C1-A4F8-61CC6BD49192}" destId="{D1D6EEE5-EFBD-41F2-BBD8-8D5D379F52AE}" srcOrd="0" destOrd="0" presId="urn:microsoft.com/office/officeart/2018/2/layout/IconLabelList"/>
    <dgm:cxn modelId="{8756B9D0-7E8E-462E-8482-07E97AD993B2}" type="presParOf" srcId="{1CA975B0-C8A6-41C1-A4F8-61CC6BD49192}" destId="{8A07EB36-448F-4260-A76E-DC514AFEB057}" srcOrd="1" destOrd="0" presId="urn:microsoft.com/office/officeart/2018/2/layout/IconLabelList"/>
    <dgm:cxn modelId="{7CB18AFA-2F7A-4B7C-9C47-102EDC5C8588}" type="presParOf" srcId="{1CA975B0-C8A6-41C1-A4F8-61CC6BD49192}" destId="{6D601AD1-D2D6-4210-A4B0-A223709C93B4}" srcOrd="2" destOrd="0" presId="urn:microsoft.com/office/officeart/2018/2/layout/IconLabelList"/>
    <dgm:cxn modelId="{5599A312-89D1-49CB-B776-EAC858E54CC7}" type="presParOf" srcId="{310A3EE0-4C10-45FD-801C-6FE4912B1F7D}" destId="{3774414F-1C86-4A62-96C9-13202F9E032E}" srcOrd="1" destOrd="0" presId="urn:microsoft.com/office/officeart/2018/2/layout/IconLabelList"/>
    <dgm:cxn modelId="{96BF6D5F-70BA-4D31-AFA8-88E23810E533}" type="presParOf" srcId="{310A3EE0-4C10-45FD-801C-6FE4912B1F7D}" destId="{94ACAEB1-8EA4-4360-9345-470F7505D05D}" srcOrd="2" destOrd="0" presId="urn:microsoft.com/office/officeart/2018/2/layout/IconLabelList"/>
    <dgm:cxn modelId="{3EBF6CE4-D223-47FC-8477-1355421BC9A5}" type="presParOf" srcId="{94ACAEB1-8EA4-4360-9345-470F7505D05D}" destId="{A613B457-17D7-4280-9D20-76A078563FCC}" srcOrd="0" destOrd="0" presId="urn:microsoft.com/office/officeart/2018/2/layout/IconLabelList"/>
    <dgm:cxn modelId="{26E8A8FB-14A2-42EE-815A-EE2CB806793F}" type="presParOf" srcId="{94ACAEB1-8EA4-4360-9345-470F7505D05D}" destId="{8B74F0E7-4400-4F1B-971F-72DE9114D810}" srcOrd="1" destOrd="0" presId="urn:microsoft.com/office/officeart/2018/2/layout/IconLabelList"/>
    <dgm:cxn modelId="{9298C202-A2E1-420C-9F5F-1DE81CEB970B}" type="presParOf" srcId="{94ACAEB1-8EA4-4360-9345-470F7505D05D}" destId="{89EDE613-7A55-4245-A19F-1AF65C6DDF24}" srcOrd="2" destOrd="0" presId="urn:microsoft.com/office/officeart/2018/2/layout/IconLabelList"/>
    <dgm:cxn modelId="{B27EB57E-8CC6-4CCB-B327-76425DE0E832}" type="presParOf" srcId="{310A3EE0-4C10-45FD-801C-6FE4912B1F7D}" destId="{27B7E72D-2D28-4443-9B53-DE41FDAC8B9A}" srcOrd="3" destOrd="0" presId="urn:microsoft.com/office/officeart/2018/2/layout/IconLabelList"/>
    <dgm:cxn modelId="{A6C0CFA4-33B8-428E-AAE2-3072CBBF1A00}" type="presParOf" srcId="{310A3EE0-4C10-45FD-801C-6FE4912B1F7D}" destId="{3C768193-BCAE-41B3-8FC2-5600CDA6EE18}" srcOrd="4" destOrd="0" presId="urn:microsoft.com/office/officeart/2018/2/layout/IconLabelList"/>
    <dgm:cxn modelId="{57A0AB86-038C-4138-B8C0-62B3BE04301D}" type="presParOf" srcId="{3C768193-BCAE-41B3-8FC2-5600CDA6EE18}" destId="{73121A8D-C650-4778-9D6F-ABAC055726A2}" srcOrd="0" destOrd="0" presId="urn:microsoft.com/office/officeart/2018/2/layout/IconLabelList"/>
    <dgm:cxn modelId="{E7D2D3F9-D351-41A4-92A9-B347D16DAB8C}" type="presParOf" srcId="{3C768193-BCAE-41B3-8FC2-5600CDA6EE18}" destId="{ACFF3D43-F493-4C48-BC01-0B554DADBC14}" srcOrd="1" destOrd="0" presId="urn:microsoft.com/office/officeart/2018/2/layout/IconLabelList"/>
    <dgm:cxn modelId="{E8386D21-2A74-4658-AD3D-3CF10F3F11A5}" type="presParOf" srcId="{3C768193-BCAE-41B3-8FC2-5600CDA6EE18}" destId="{06AE483C-6613-4482-9B8E-E849401E2F13}" srcOrd="2" destOrd="0" presId="urn:microsoft.com/office/officeart/2018/2/layout/IconLabelList"/>
    <dgm:cxn modelId="{879C18D9-6E67-4FB5-A574-2238B87977CA}" type="presParOf" srcId="{310A3EE0-4C10-45FD-801C-6FE4912B1F7D}" destId="{9D5064D4-75CF-4534-B254-86D683055653}" srcOrd="5" destOrd="0" presId="urn:microsoft.com/office/officeart/2018/2/layout/IconLabelList"/>
    <dgm:cxn modelId="{642FE7A7-72F4-46B4-B1AA-DA26C15398DF}" type="presParOf" srcId="{310A3EE0-4C10-45FD-801C-6FE4912B1F7D}" destId="{6D25CD1B-AE4D-473C-9A72-4066C4B166D9}" srcOrd="6" destOrd="0" presId="urn:microsoft.com/office/officeart/2018/2/layout/IconLabelList"/>
    <dgm:cxn modelId="{42387383-55A3-4CDB-8D80-080F6F97D8C8}" type="presParOf" srcId="{6D25CD1B-AE4D-473C-9A72-4066C4B166D9}" destId="{40A17F4B-8A0C-4241-90BD-8EDA5408C19F}" srcOrd="0" destOrd="0" presId="urn:microsoft.com/office/officeart/2018/2/layout/IconLabelList"/>
    <dgm:cxn modelId="{18B02181-B664-4289-8D0A-1CF2B21BB0F2}" type="presParOf" srcId="{6D25CD1B-AE4D-473C-9A72-4066C4B166D9}" destId="{AE1CCF52-40FD-4705-B5F4-35F8CA34F48A}" srcOrd="1" destOrd="0" presId="urn:microsoft.com/office/officeart/2018/2/layout/IconLabelList"/>
    <dgm:cxn modelId="{AFEE1600-2135-41F9-93DB-EBFFD2ACB845}" type="presParOf" srcId="{6D25CD1B-AE4D-473C-9A72-4066C4B166D9}" destId="{17806DDE-9047-4416-BB35-6327BF07A3E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6EA01E-4E7A-4CC8-9F6E-1C18F574297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8A1422C-CD4D-4D59-839E-1ED8B18E9745}">
      <dgm:prSet/>
      <dgm:spPr/>
      <dgm:t>
        <a:bodyPr/>
        <a:lstStyle/>
        <a:p>
          <a:r>
            <a:rPr lang="pt-PT"/>
            <a:t>✓ Deteção automática de microplásticos</a:t>
          </a:r>
          <a:endParaRPr lang="en-US"/>
        </a:p>
      </dgm:t>
    </dgm:pt>
    <dgm:pt modelId="{16CF9B32-117F-4E4B-B3DD-5DC77780E538}" type="parTrans" cxnId="{F85205B7-C4A5-49AD-88BE-C8B93229DFBB}">
      <dgm:prSet/>
      <dgm:spPr/>
      <dgm:t>
        <a:bodyPr/>
        <a:lstStyle/>
        <a:p>
          <a:endParaRPr lang="en-US"/>
        </a:p>
      </dgm:t>
    </dgm:pt>
    <dgm:pt modelId="{7D831B63-EA91-42F8-A01C-6972555D6037}" type="sibTrans" cxnId="{F85205B7-C4A5-49AD-88BE-C8B93229DFBB}">
      <dgm:prSet/>
      <dgm:spPr/>
      <dgm:t>
        <a:bodyPr/>
        <a:lstStyle/>
        <a:p>
          <a:endParaRPr lang="en-US"/>
        </a:p>
      </dgm:t>
    </dgm:pt>
    <dgm:pt modelId="{E7F72D13-2666-4B79-B9FC-1B9ED1BE5003}">
      <dgm:prSet/>
      <dgm:spPr/>
      <dgm:t>
        <a:bodyPr/>
        <a:lstStyle/>
        <a:p>
          <a:r>
            <a:rPr lang="pt-PT"/>
            <a:t>✓ Caracterização morfológica quantitativa</a:t>
          </a:r>
          <a:endParaRPr lang="en-US"/>
        </a:p>
      </dgm:t>
    </dgm:pt>
    <dgm:pt modelId="{5E963AF0-BBD1-47B5-8646-3B9AF03027E5}" type="parTrans" cxnId="{CBDBE97E-87B2-4744-B118-CE3C5C2EE5BC}">
      <dgm:prSet/>
      <dgm:spPr/>
      <dgm:t>
        <a:bodyPr/>
        <a:lstStyle/>
        <a:p>
          <a:endParaRPr lang="en-US"/>
        </a:p>
      </dgm:t>
    </dgm:pt>
    <dgm:pt modelId="{F5867813-28DC-4AED-9A42-2436E15EB50A}" type="sibTrans" cxnId="{CBDBE97E-87B2-4744-B118-CE3C5C2EE5BC}">
      <dgm:prSet/>
      <dgm:spPr/>
      <dgm:t>
        <a:bodyPr/>
        <a:lstStyle/>
        <a:p>
          <a:endParaRPr lang="en-US"/>
        </a:p>
      </dgm:t>
    </dgm:pt>
    <dgm:pt modelId="{224F3826-7EBA-40D5-9518-5D4358E14D68}">
      <dgm:prSet/>
      <dgm:spPr/>
      <dgm:t>
        <a:bodyPr/>
        <a:lstStyle/>
        <a:p>
          <a:r>
            <a:rPr lang="pt-PT"/>
            <a:t>✓ Classificação automática (</a:t>
          </a:r>
          <a:r>
            <a:rPr lang="pt-PT" i="1"/>
            <a:t>Fiber</a:t>
          </a:r>
          <a:r>
            <a:rPr lang="pt-PT"/>
            <a:t>, </a:t>
          </a:r>
          <a:r>
            <a:rPr lang="pt-PT" i="1"/>
            <a:t>Fragment</a:t>
          </a:r>
          <a:r>
            <a:rPr lang="pt-PT"/>
            <a:t>, </a:t>
          </a:r>
          <a:r>
            <a:rPr lang="pt-PT" i="1"/>
            <a:t>Film</a:t>
          </a:r>
          <a:r>
            <a:rPr lang="pt-PT"/>
            <a:t> e </a:t>
          </a:r>
          <a:r>
            <a:rPr lang="pt-PT" i="1"/>
            <a:t>Bead</a:t>
          </a:r>
          <a:r>
            <a:rPr lang="pt-PT"/>
            <a:t>)</a:t>
          </a:r>
          <a:endParaRPr lang="en-US"/>
        </a:p>
      </dgm:t>
    </dgm:pt>
    <dgm:pt modelId="{E7070298-2C8B-410B-87AF-56A5FC4B0446}" type="parTrans" cxnId="{B24D155E-DB43-47D1-817F-E264DD9B15B0}">
      <dgm:prSet/>
      <dgm:spPr/>
      <dgm:t>
        <a:bodyPr/>
        <a:lstStyle/>
        <a:p>
          <a:endParaRPr lang="en-US"/>
        </a:p>
      </dgm:t>
    </dgm:pt>
    <dgm:pt modelId="{2C72412F-2E44-4724-8E32-23BC2F8B6D97}" type="sibTrans" cxnId="{B24D155E-DB43-47D1-817F-E264DD9B15B0}">
      <dgm:prSet/>
      <dgm:spPr/>
      <dgm:t>
        <a:bodyPr/>
        <a:lstStyle/>
        <a:p>
          <a:endParaRPr lang="en-US"/>
        </a:p>
      </dgm:t>
    </dgm:pt>
    <dgm:pt modelId="{7BC7C505-05F7-446B-A1ED-AFA63C62C09A}">
      <dgm:prSet/>
      <dgm:spPr/>
      <dgm:t>
        <a:bodyPr/>
        <a:lstStyle/>
        <a:p>
          <a:r>
            <a:rPr lang="pt-PT"/>
            <a:t>✓ Exportação automática para Excel</a:t>
          </a:r>
          <a:endParaRPr lang="en-US"/>
        </a:p>
      </dgm:t>
    </dgm:pt>
    <dgm:pt modelId="{BDCC13E7-0A2E-43CA-BB9A-53D337ADA8F1}" type="parTrans" cxnId="{532000B7-AAA2-49A6-AA6E-075A975F8539}">
      <dgm:prSet/>
      <dgm:spPr/>
      <dgm:t>
        <a:bodyPr/>
        <a:lstStyle/>
        <a:p>
          <a:endParaRPr lang="en-US"/>
        </a:p>
      </dgm:t>
    </dgm:pt>
    <dgm:pt modelId="{804EFF8D-264E-4BB6-A9A1-BB932F0FA019}" type="sibTrans" cxnId="{532000B7-AAA2-49A6-AA6E-075A975F8539}">
      <dgm:prSet/>
      <dgm:spPr/>
      <dgm:t>
        <a:bodyPr/>
        <a:lstStyle/>
        <a:p>
          <a:endParaRPr lang="en-US"/>
        </a:p>
      </dgm:t>
    </dgm:pt>
    <dgm:pt modelId="{8DEFBF41-46FB-4B5E-92E8-8837B6E389D3}">
      <dgm:prSet/>
      <dgm:spPr/>
      <dgm:t>
        <a:bodyPr/>
        <a:lstStyle/>
        <a:p>
          <a:r>
            <a:rPr lang="pt-PT"/>
            <a:t>✓ Relatórios automáticos HTML</a:t>
          </a:r>
          <a:endParaRPr lang="en-US"/>
        </a:p>
      </dgm:t>
    </dgm:pt>
    <dgm:pt modelId="{4CA01151-E5A8-4DC2-97FE-02BC7FE7F639}" type="parTrans" cxnId="{73E8FC37-A1B8-408B-9FAA-14E0DC8DAC92}">
      <dgm:prSet/>
      <dgm:spPr/>
      <dgm:t>
        <a:bodyPr/>
        <a:lstStyle/>
        <a:p>
          <a:endParaRPr lang="en-US"/>
        </a:p>
      </dgm:t>
    </dgm:pt>
    <dgm:pt modelId="{1B86B61D-94B3-4939-9B65-D239F63FDE3F}" type="sibTrans" cxnId="{73E8FC37-A1B8-408B-9FAA-14E0DC8DAC92}">
      <dgm:prSet/>
      <dgm:spPr/>
      <dgm:t>
        <a:bodyPr/>
        <a:lstStyle/>
        <a:p>
          <a:endParaRPr lang="en-US"/>
        </a:p>
      </dgm:t>
    </dgm:pt>
    <dgm:pt modelId="{EC87C3A2-80F6-4B24-AD18-B387D44E2857}" type="pres">
      <dgm:prSet presAssocID="{306EA01E-4E7A-4CC8-9F6E-1C18F5742971}" presName="vert0" presStyleCnt="0">
        <dgm:presLayoutVars>
          <dgm:dir/>
          <dgm:animOne val="branch"/>
          <dgm:animLvl val="lvl"/>
        </dgm:presLayoutVars>
      </dgm:prSet>
      <dgm:spPr/>
    </dgm:pt>
    <dgm:pt modelId="{2CAA791D-A8CD-49BC-BD1D-E7717CAED93E}" type="pres">
      <dgm:prSet presAssocID="{F8A1422C-CD4D-4D59-839E-1ED8B18E9745}" presName="thickLine" presStyleLbl="alignNode1" presStyleIdx="0" presStyleCnt="5"/>
      <dgm:spPr/>
    </dgm:pt>
    <dgm:pt modelId="{214B1524-4C07-4230-B910-3D81B627E0FF}" type="pres">
      <dgm:prSet presAssocID="{F8A1422C-CD4D-4D59-839E-1ED8B18E9745}" presName="horz1" presStyleCnt="0"/>
      <dgm:spPr/>
    </dgm:pt>
    <dgm:pt modelId="{1C641D9A-E22F-4DC2-B041-FE2CF4F930A0}" type="pres">
      <dgm:prSet presAssocID="{F8A1422C-CD4D-4D59-839E-1ED8B18E9745}" presName="tx1" presStyleLbl="revTx" presStyleIdx="0" presStyleCnt="5"/>
      <dgm:spPr/>
    </dgm:pt>
    <dgm:pt modelId="{5854D022-2D46-4BB4-8224-DE2A62183373}" type="pres">
      <dgm:prSet presAssocID="{F8A1422C-CD4D-4D59-839E-1ED8B18E9745}" presName="vert1" presStyleCnt="0"/>
      <dgm:spPr/>
    </dgm:pt>
    <dgm:pt modelId="{C41CCA3E-EA47-4AEA-BF50-8DA50F4F1ABC}" type="pres">
      <dgm:prSet presAssocID="{E7F72D13-2666-4B79-B9FC-1B9ED1BE5003}" presName="thickLine" presStyleLbl="alignNode1" presStyleIdx="1" presStyleCnt="5"/>
      <dgm:spPr/>
    </dgm:pt>
    <dgm:pt modelId="{509FAB50-950F-4684-A6BF-CD2911292E22}" type="pres">
      <dgm:prSet presAssocID="{E7F72D13-2666-4B79-B9FC-1B9ED1BE5003}" presName="horz1" presStyleCnt="0"/>
      <dgm:spPr/>
    </dgm:pt>
    <dgm:pt modelId="{B23754AD-6F59-4E38-8D07-7D51BD36D5CB}" type="pres">
      <dgm:prSet presAssocID="{E7F72D13-2666-4B79-B9FC-1B9ED1BE5003}" presName="tx1" presStyleLbl="revTx" presStyleIdx="1" presStyleCnt="5"/>
      <dgm:spPr/>
    </dgm:pt>
    <dgm:pt modelId="{E8B866E4-F36B-40AA-A901-A9494EB14AAD}" type="pres">
      <dgm:prSet presAssocID="{E7F72D13-2666-4B79-B9FC-1B9ED1BE5003}" presName="vert1" presStyleCnt="0"/>
      <dgm:spPr/>
    </dgm:pt>
    <dgm:pt modelId="{94EFF7BB-140A-4B8B-9BE0-A3C5339CC0D6}" type="pres">
      <dgm:prSet presAssocID="{224F3826-7EBA-40D5-9518-5D4358E14D68}" presName="thickLine" presStyleLbl="alignNode1" presStyleIdx="2" presStyleCnt="5"/>
      <dgm:spPr/>
    </dgm:pt>
    <dgm:pt modelId="{6A292DB0-0E3F-44CF-9D3E-34EEF679226D}" type="pres">
      <dgm:prSet presAssocID="{224F3826-7EBA-40D5-9518-5D4358E14D68}" presName="horz1" presStyleCnt="0"/>
      <dgm:spPr/>
    </dgm:pt>
    <dgm:pt modelId="{6BD54CC4-19BB-4474-9559-54CDB41768C4}" type="pres">
      <dgm:prSet presAssocID="{224F3826-7EBA-40D5-9518-5D4358E14D68}" presName="tx1" presStyleLbl="revTx" presStyleIdx="2" presStyleCnt="5"/>
      <dgm:spPr/>
    </dgm:pt>
    <dgm:pt modelId="{3145D26F-9A4D-45CF-84E7-6C2FDF5E990B}" type="pres">
      <dgm:prSet presAssocID="{224F3826-7EBA-40D5-9518-5D4358E14D68}" presName="vert1" presStyleCnt="0"/>
      <dgm:spPr/>
    </dgm:pt>
    <dgm:pt modelId="{FEA6D6B7-FF86-4A4E-85EE-963D6BDEAAD8}" type="pres">
      <dgm:prSet presAssocID="{7BC7C505-05F7-446B-A1ED-AFA63C62C09A}" presName="thickLine" presStyleLbl="alignNode1" presStyleIdx="3" presStyleCnt="5"/>
      <dgm:spPr/>
    </dgm:pt>
    <dgm:pt modelId="{41965186-5F13-45A8-A872-A58BC0B83709}" type="pres">
      <dgm:prSet presAssocID="{7BC7C505-05F7-446B-A1ED-AFA63C62C09A}" presName="horz1" presStyleCnt="0"/>
      <dgm:spPr/>
    </dgm:pt>
    <dgm:pt modelId="{0FFAF7E3-CF81-4174-8001-D7D869261C16}" type="pres">
      <dgm:prSet presAssocID="{7BC7C505-05F7-446B-A1ED-AFA63C62C09A}" presName="tx1" presStyleLbl="revTx" presStyleIdx="3" presStyleCnt="5"/>
      <dgm:spPr/>
    </dgm:pt>
    <dgm:pt modelId="{320146E8-BACC-49CF-8980-12849E885830}" type="pres">
      <dgm:prSet presAssocID="{7BC7C505-05F7-446B-A1ED-AFA63C62C09A}" presName="vert1" presStyleCnt="0"/>
      <dgm:spPr/>
    </dgm:pt>
    <dgm:pt modelId="{4FD93EED-C736-4150-8D58-6CA6B444514E}" type="pres">
      <dgm:prSet presAssocID="{8DEFBF41-46FB-4B5E-92E8-8837B6E389D3}" presName="thickLine" presStyleLbl="alignNode1" presStyleIdx="4" presStyleCnt="5"/>
      <dgm:spPr/>
    </dgm:pt>
    <dgm:pt modelId="{75841AB2-AC6C-465D-AF75-1FBDEF307A67}" type="pres">
      <dgm:prSet presAssocID="{8DEFBF41-46FB-4B5E-92E8-8837B6E389D3}" presName="horz1" presStyleCnt="0"/>
      <dgm:spPr/>
    </dgm:pt>
    <dgm:pt modelId="{CD51F490-AB47-410E-B173-6E8D74DEF8A3}" type="pres">
      <dgm:prSet presAssocID="{8DEFBF41-46FB-4B5E-92E8-8837B6E389D3}" presName="tx1" presStyleLbl="revTx" presStyleIdx="4" presStyleCnt="5"/>
      <dgm:spPr/>
    </dgm:pt>
    <dgm:pt modelId="{859963B7-46E6-4E6F-B808-77D5DE7F4C34}" type="pres">
      <dgm:prSet presAssocID="{8DEFBF41-46FB-4B5E-92E8-8837B6E389D3}" presName="vert1" presStyleCnt="0"/>
      <dgm:spPr/>
    </dgm:pt>
  </dgm:ptLst>
  <dgm:cxnLst>
    <dgm:cxn modelId="{7EA4A72F-C888-4B01-B95C-EB6505D06CAA}" type="presOf" srcId="{E7F72D13-2666-4B79-B9FC-1B9ED1BE5003}" destId="{B23754AD-6F59-4E38-8D07-7D51BD36D5CB}" srcOrd="0" destOrd="0" presId="urn:microsoft.com/office/officeart/2008/layout/LinedList"/>
    <dgm:cxn modelId="{73E8FC37-A1B8-408B-9FAA-14E0DC8DAC92}" srcId="{306EA01E-4E7A-4CC8-9F6E-1C18F5742971}" destId="{8DEFBF41-46FB-4B5E-92E8-8837B6E389D3}" srcOrd="4" destOrd="0" parTransId="{4CA01151-E5A8-4DC2-97FE-02BC7FE7F639}" sibTransId="{1B86B61D-94B3-4939-9B65-D239F63FDE3F}"/>
    <dgm:cxn modelId="{B24D155E-DB43-47D1-817F-E264DD9B15B0}" srcId="{306EA01E-4E7A-4CC8-9F6E-1C18F5742971}" destId="{224F3826-7EBA-40D5-9518-5D4358E14D68}" srcOrd="2" destOrd="0" parTransId="{E7070298-2C8B-410B-87AF-56A5FC4B0446}" sibTransId="{2C72412F-2E44-4724-8E32-23BC2F8B6D97}"/>
    <dgm:cxn modelId="{674B555E-D0BE-47AB-864B-1D24AF5E0679}" type="presOf" srcId="{8DEFBF41-46FB-4B5E-92E8-8837B6E389D3}" destId="{CD51F490-AB47-410E-B173-6E8D74DEF8A3}" srcOrd="0" destOrd="0" presId="urn:microsoft.com/office/officeart/2008/layout/LinedList"/>
    <dgm:cxn modelId="{CBDBE97E-87B2-4744-B118-CE3C5C2EE5BC}" srcId="{306EA01E-4E7A-4CC8-9F6E-1C18F5742971}" destId="{E7F72D13-2666-4B79-B9FC-1B9ED1BE5003}" srcOrd="1" destOrd="0" parTransId="{5E963AF0-BBD1-47B5-8646-3B9AF03027E5}" sibTransId="{F5867813-28DC-4AED-9A42-2436E15EB50A}"/>
    <dgm:cxn modelId="{532000B7-AAA2-49A6-AA6E-075A975F8539}" srcId="{306EA01E-4E7A-4CC8-9F6E-1C18F5742971}" destId="{7BC7C505-05F7-446B-A1ED-AFA63C62C09A}" srcOrd="3" destOrd="0" parTransId="{BDCC13E7-0A2E-43CA-BB9A-53D337ADA8F1}" sibTransId="{804EFF8D-264E-4BB6-A9A1-BB932F0FA019}"/>
    <dgm:cxn modelId="{F85205B7-C4A5-49AD-88BE-C8B93229DFBB}" srcId="{306EA01E-4E7A-4CC8-9F6E-1C18F5742971}" destId="{F8A1422C-CD4D-4D59-839E-1ED8B18E9745}" srcOrd="0" destOrd="0" parTransId="{16CF9B32-117F-4E4B-B3DD-5DC77780E538}" sibTransId="{7D831B63-EA91-42F8-A01C-6972555D6037}"/>
    <dgm:cxn modelId="{6C4B6ED0-CBA8-488F-87BB-506A5FBFD5A3}" type="presOf" srcId="{306EA01E-4E7A-4CC8-9F6E-1C18F5742971}" destId="{EC87C3A2-80F6-4B24-AD18-B387D44E2857}" srcOrd="0" destOrd="0" presId="urn:microsoft.com/office/officeart/2008/layout/LinedList"/>
    <dgm:cxn modelId="{271832DA-33F9-401D-B435-3587A072006D}" type="presOf" srcId="{F8A1422C-CD4D-4D59-839E-1ED8B18E9745}" destId="{1C641D9A-E22F-4DC2-B041-FE2CF4F930A0}" srcOrd="0" destOrd="0" presId="urn:microsoft.com/office/officeart/2008/layout/LinedList"/>
    <dgm:cxn modelId="{BEB656EB-F7D5-46D7-A3B2-62B8A2AB3B35}" type="presOf" srcId="{7BC7C505-05F7-446B-A1ED-AFA63C62C09A}" destId="{0FFAF7E3-CF81-4174-8001-D7D869261C16}" srcOrd="0" destOrd="0" presId="urn:microsoft.com/office/officeart/2008/layout/LinedList"/>
    <dgm:cxn modelId="{88269EF9-69FD-4109-98B2-D9C0FB22B2E3}" type="presOf" srcId="{224F3826-7EBA-40D5-9518-5D4358E14D68}" destId="{6BD54CC4-19BB-4474-9559-54CDB41768C4}" srcOrd="0" destOrd="0" presId="urn:microsoft.com/office/officeart/2008/layout/LinedList"/>
    <dgm:cxn modelId="{0F6AD8D4-04F7-4624-B529-F59C007A42CE}" type="presParOf" srcId="{EC87C3A2-80F6-4B24-AD18-B387D44E2857}" destId="{2CAA791D-A8CD-49BC-BD1D-E7717CAED93E}" srcOrd="0" destOrd="0" presId="urn:microsoft.com/office/officeart/2008/layout/LinedList"/>
    <dgm:cxn modelId="{9E3515D1-DCE2-41C5-97BF-ECA1A9F66231}" type="presParOf" srcId="{EC87C3A2-80F6-4B24-AD18-B387D44E2857}" destId="{214B1524-4C07-4230-B910-3D81B627E0FF}" srcOrd="1" destOrd="0" presId="urn:microsoft.com/office/officeart/2008/layout/LinedList"/>
    <dgm:cxn modelId="{195C57D0-A89E-4265-A5F1-007D2D1D3456}" type="presParOf" srcId="{214B1524-4C07-4230-B910-3D81B627E0FF}" destId="{1C641D9A-E22F-4DC2-B041-FE2CF4F930A0}" srcOrd="0" destOrd="0" presId="urn:microsoft.com/office/officeart/2008/layout/LinedList"/>
    <dgm:cxn modelId="{16E3F487-17DF-4A2E-8846-3DBE7630EBDA}" type="presParOf" srcId="{214B1524-4C07-4230-B910-3D81B627E0FF}" destId="{5854D022-2D46-4BB4-8224-DE2A62183373}" srcOrd="1" destOrd="0" presId="urn:microsoft.com/office/officeart/2008/layout/LinedList"/>
    <dgm:cxn modelId="{ED984800-4031-405E-B077-396F870F6B1E}" type="presParOf" srcId="{EC87C3A2-80F6-4B24-AD18-B387D44E2857}" destId="{C41CCA3E-EA47-4AEA-BF50-8DA50F4F1ABC}" srcOrd="2" destOrd="0" presId="urn:microsoft.com/office/officeart/2008/layout/LinedList"/>
    <dgm:cxn modelId="{66E7D810-90CC-4D9B-AF9C-B2B20081F928}" type="presParOf" srcId="{EC87C3A2-80F6-4B24-AD18-B387D44E2857}" destId="{509FAB50-950F-4684-A6BF-CD2911292E22}" srcOrd="3" destOrd="0" presId="urn:microsoft.com/office/officeart/2008/layout/LinedList"/>
    <dgm:cxn modelId="{653F4874-3D8B-40AA-87B8-18D113515AE3}" type="presParOf" srcId="{509FAB50-950F-4684-A6BF-CD2911292E22}" destId="{B23754AD-6F59-4E38-8D07-7D51BD36D5CB}" srcOrd="0" destOrd="0" presId="urn:microsoft.com/office/officeart/2008/layout/LinedList"/>
    <dgm:cxn modelId="{B28F64CA-9217-4D25-98E6-54D0611C6FB7}" type="presParOf" srcId="{509FAB50-950F-4684-A6BF-CD2911292E22}" destId="{E8B866E4-F36B-40AA-A901-A9494EB14AAD}" srcOrd="1" destOrd="0" presId="urn:microsoft.com/office/officeart/2008/layout/LinedList"/>
    <dgm:cxn modelId="{33209A9A-0D19-4F0D-BC99-0EC6C5F28128}" type="presParOf" srcId="{EC87C3A2-80F6-4B24-AD18-B387D44E2857}" destId="{94EFF7BB-140A-4B8B-9BE0-A3C5339CC0D6}" srcOrd="4" destOrd="0" presId="urn:microsoft.com/office/officeart/2008/layout/LinedList"/>
    <dgm:cxn modelId="{3F6B11D3-B923-4CE7-BD13-9182CC6195C6}" type="presParOf" srcId="{EC87C3A2-80F6-4B24-AD18-B387D44E2857}" destId="{6A292DB0-0E3F-44CF-9D3E-34EEF679226D}" srcOrd="5" destOrd="0" presId="urn:microsoft.com/office/officeart/2008/layout/LinedList"/>
    <dgm:cxn modelId="{33F55E19-9906-4882-BD55-EA6A7ED08C17}" type="presParOf" srcId="{6A292DB0-0E3F-44CF-9D3E-34EEF679226D}" destId="{6BD54CC4-19BB-4474-9559-54CDB41768C4}" srcOrd="0" destOrd="0" presId="urn:microsoft.com/office/officeart/2008/layout/LinedList"/>
    <dgm:cxn modelId="{A649FEFB-DA93-464A-BFC2-398DD7883102}" type="presParOf" srcId="{6A292DB0-0E3F-44CF-9D3E-34EEF679226D}" destId="{3145D26F-9A4D-45CF-84E7-6C2FDF5E990B}" srcOrd="1" destOrd="0" presId="urn:microsoft.com/office/officeart/2008/layout/LinedList"/>
    <dgm:cxn modelId="{E9AE1B2E-BD9D-4DB3-AE22-4845E3064ABF}" type="presParOf" srcId="{EC87C3A2-80F6-4B24-AD18-B387D44E2857}" destId="{FEA6D6B7-FF86-4A4E-85EE-963D6BDEAAD8}" srcOrd="6" destOrd="0" presId="urn:microsoft.com/office/officeart/2008/layout/LinedList"/>
    <dgm:cxn modelId="{7C50A196-C096-44AB-A6B4-9CED1194D99D}" type="presParOf" srcId="{EC87C3A2-80F6-4B24-AD18-B387D44E2857}" destId="{41965186-5F13-45A8-A872-A58BC0B83709}" srcOrd="7" destOrd="0" presId="urn:microsoft.com/office/officeart/2008/layout/LinedList"/>
    <dgm:cxn modelId="{13839FD0-C45F-4E81-A52C-8FF8E9D02056}" type="presParOf" srcId="{41965186-5F13-45A8-A872-A58BC0B83709}" destId="{0FFAF7E3-CF81-4174-8001-D7D869261C16}" srcOrd="0" destOrd="0" presId="urn:microsoft.com/office/officeart/2008/layout/LinedList"/>
    <dgm:cxn modelId="{EEAA3A39-99DF-4FDE-8108-12E87D1C34DD}" type="presParOf" srcId="{41965186-5F13-45A8-A872-A58BC0B83709}" destId="{320146E8-BACC-49CF-8980-12849E885830}" srcOrd="1" destOrd="0" presId="urn:microsoft.com/office/officeart/2008/layout/LinedList"/>
    <dgm:cxn modelId="{B0D5CABA-EE76-4C83-93B1-7E9C11F5A3C3}" type="presParOf" srcId="{EC87C3A2-80F6-4B24-AD18-B387D44E2857}" destId="{4FD93EED-C736-4150-8D58-6CA6B444514E}" srcOrd="8" destOrd="0" presId="urn:microsoft.com/office/officeart/2008/layout/LinedList"/>
    <dgm:cxn modelId="{577640F6-931D-457A-8868-46F10A5A4F55}" type="presParOf" srcId="{EC87C3A2-80F6-4B24-AD18-B387D44E2857}" destId="{75841AB2-AC6C-465D-AF75-1FBDEF307A67}" srcOrd="9" destOrd="0" presId="urn:microsoft.com/office/officeart/2008/layout/LinedList"/>
    <dgm:cxn modelId="{3A2B9C5D-38A2-47F3-9E36-ADD159CA1980}" type="presParOf" srcId="{75841AB2-AC6C-465D-AF75-1FBDEF307A67}" destId="{CD51F490-AB47-410E-B173-6E8D74DEF8A3}" srcOrd="0" destOrd="0" presId="urn:microsoft.com/office/officeart/2008/layout/LinedList"/>
    <dgm:cxn modelId="{F479920A-B278-45B0-8BD7-01A5D416CA98}" type="presParOf" srcId="{75841AB2-AC6C-465D-AF75-1FBDEF307A67}" destId="{859963B7-46E6-4E6F-B808-77D5DE7F4C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076CF31-D716-4ED9-A7C6-4CCA7D29A6B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8DE6A30-258D-4B0C-BF18-317CF01A8616}">
      <dgm:prSet/>
      <dgm:spPr/>
      <dgm:t>
        <a:bodyPr/>
        <a:lstStyle/>
        <a:p>
          <a:r>
            <a:rPr lang="pt-PT"/>
            <a:t>Foi desenvolvida uma abordagem computacional automatizada e reprodutível.</a:t>
          </a:r>
          <a:endParaRPr lang="en-US"/>
        </a:p>
      </dgm:t>
    </dgm:pt>
    <dgm:pt modelId="{FD537249-A80F-4E27-A5E3-5E1B392E2B35}" type="parTrans" cxnId="{AB9DD29C-D67B-48BE-BC5F-885C60F8FCD2}">
      <dgm:prSet/>
      <dgm:spPr/>
      <dgm:t>
        <a:bodyPr/>
        <a:lstStyle/>
        <a:p>
          <a:endParaRPr lang="en-US"/>
        </a:p>
      </dgm:t>
    </dgm:pt>
    <dgm:pt modelId="{CA1A4F15-74E2-49B3-9745-77AD6A5DA453}" type="sibTrans" cxnId="{AB9DD29C-D67B-48BE-BC5F-885C60F8FCD2}">
      <dgm:prSet/>
      <dgm:spPr/>
      <dgm:t>
        <a:bodyPr/>
        <a:lstStyle/>
        <a:p>
          <a:endParaRPr lang="en-US"/>
        </a:p>
      </dgm:t>
    </dgm:pt>
    <dgm:pt modelId="{3F8E8ABB-3519-4233-B0F6-1A3940B90B04}">
      <dgm:prSet/>
      <dgm:spPr/>
      <dgm:t>
        <a:bodyPr/>
        <a:lstStyle/>
        <a:p>
          <a:r>
            <a:rPr lang="pt-PT"/>
            <a:t>A app permite quantificação e caracterização morfológica.</a:t>
          </a:r>
          <a:endParaRPr lang="en-US"/>
        </a:p>
      </dgm:t>
    </dgm:pt>
    <dgm:pt modelId="{39642BE0-A947-4B09-84D7-707947540574}" type="parTrans" cxnId="{DE891054-D798-4ABE-9775-B6E5F56B9BEC}">
      <dgm:prSet/>
      <dgm:spPr/>
      <dgm:t>
        <a:bodyPr/>
        <a:lstStyle/>
        <a:p>
          <a:endParaRPr lang="en-US"/>
        </a:p>
      </dgm:t>
    </dgm:pt>
    <dgm:pt modelId="{661943D6-9DE3-458C-9E99-84541E251696}" type="sibTrans" cxnId="{DE891054-D798-4ABE-9775-B6E5F56B9BEC}">
      <dgm:prSet/>
      <dgm:spPr/>
      <dgm:t>
        <a:bodyPr/>
        <a:lstStyle/>
        <a:p>
          <a:endParaRPr lang="en-US"/>
        </a:p>
      </dgm:t>
    </dgm:pt>
    <dgm:pt modelId="{131933F6-3B1E-4C0F-ADB9-1BBE31DBE2F1}">
      <dgm:prSet/>
      <dgm:spPr/>
      <dgm:t>
        <a:bodyPr/>
        <a:lstStyle/>
        <a:p>
          <a:r>
            <a:rPr lang="pt-PT"/>
            <a:t>Os resultados mostram viabilidade para uso em WWTPs.</a:t>
          </a:r>
          <a:endParaRPr lang="en-US"/>
        </a:p>
      </dgm:t>
    </dgm:pt>
    <dgm:pt modelId="{B7883AEA-9BF9-462B-A29D-AE8E6BA81050}" type="parTrans" cxnId="{D5FC494D-9082-4970-8573-C0D4A110EFAA}">
      <dgm:prSet/>
      <dgm:spPr/>
      <dgm:t>
        <a:bodyPr/>
        <a:lstStyle/>
        <a:p>
          <a:endParaRPr lang="en-US"/>
        </a:p>
      </dgm:t>
    </dgm:pt>
    <dgm:pt modelId="{97D7066A-5040-4923-A3F6-03B63782ECF6}" type="sibTrans" cxnId="{D5FC494D-9082-4970-8573-C0D4A110EFAA}">
      <dgm:prSet/>
      <dgm:spPr/>
      <dgm:t>
        <a:bodyPr/>
        <a:lstStyle/>
        <a:p>
          <a:endParaRPr lang="en-US"/>
        </a:p>
      </dgm:t>
    </dgm:pt>
    <dgm:pt modelId="{3A7D011C-C703-414C-B93F-E8D6AE9AD0CA}">
      <dgm:prSet/>
      <dgm:spPr/>
      <dgm:t>
        <a:bodyPr/>
        <a:lstStyle/>
        <a:p>
          <a:r>
            <a:rPr lang="pt-PT"/>
            <a:t>Trabalho futuro: validação com mais imagens, refinamento da classificação, melhoria da robustez e eventual integração com datasets maiores.</a:t>
          </a:r>
          <a:endParaRPr lang="en-US"/>
        </a:p>
      </dgm:t>
    </dgm:pt>
    <dgm:pt modelId="{A8CEA4CA-3EE7-4630-8AEA-4572A33B7951}" type="parTrans" cxnId="{1C6CBA5C-DEC3-45A5-B50B-392E1027C8F2}">
      <dgm:prSet/>
      <dgm:spPr/>
      <dgm:t>
        <a:bodyPr/>
        <a:lstStyle/>
        <a:p>
          <a:endParaRPr lang="en-US"/>
        </a:p>
      </dgm:t>
    </dgm:pt>
    <dgm:pt modelId="{AB6D8460-D42F-4A92-B02C-E4E1FD77D928}" type="sibTrans" cxnId="{1C6CBA5C-DEC3-45A5-B50B-392E1027C8F2}">
      <dgm:prSet/>
      <dgm:spPr/>
      <dgm:t>
        <a:bodyPr/>
        <a:lstStyle/>
        <a:p>
          <a:endParaRPr lang="en-US"/>
        </a:p>
      </dgm:t>
    </dgm:pt>
    <dgm:pt modelId="{714B58EF-2ECF-43A8-B425-BBAA3787D86A}" type="pres">
      <dgm:prSet presAssocID="{8076CF31-D716-4ED9-A7C6-4CCA7D29A6BE}" presName="root" presStyleCnt="0">
        <dgm:presLayoutVars>
          <dgm:dir/>
          <dgm:resizeHandles val="exact"/>
        </dgm:presLayoutVars>
      </dgm:prSet>
      <dgm:spPr/>
    </dgm:pt>
    <dgm:pt modelId="{2C2397E4-CEE6-4569-A63B-8F973015D054}" type="pres">
      <dgm:prSet presAssocID="{58DE6A30-258D-4B0C-BF18-317CF01A8616}" presName="compNode" presStyleCnt="0"/>
      <dgm:spPr/>
    </dgm:pt>
    <dgm:pt modelId="{082711F0-EA2B-4B7C-9CE8-242629F61C1A}" type="pres">
      <dgm:prSet presAssocID="{58DE6A30-258D-4B0C-BF18-317CF01A8616}" presName="bgRect" presStyleLbl="bgShp" presStyleIdx="0" presStyleCnt="4"/>
      <dgm:spPr/>
    </dgm:pt>
    <dgm:pt modelId="{AF8A845F-F38A-44BD-9C04-91DF782C2969}" type="pres">
      <dgm:prSet presAssocID="{58DE6A30-258D-4B0C-BF18-317CF01A861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F1545332-683B-4840-8EBA-1EA150D02704}" type="pres">
      <dgm:prSet presAssocID="{58DE6A30-258D-4B0C-BF18-317CF01A8616}" presName="spaceRect" presStyleCnt="0"/>
      <dgm:spPr/>
    </dgm:pt>
    <dgm:pt modelId="{3BE1FDF7-3E19-4289-9A1C-BA7579366F9E}" type="pres">
      <dgm:prSet presAssocID="{58DE6A30-258D-4B0C-BF18-317CF01A8616}" presName="parTx" presStyleLbl="revTx" presStyleIdx="0" presStyleCnt="4">
        <dgm:presLayoutVars>
          <dgm:chMax val="0"/>
          <dgm:chPref val="0"/>
        </dgm:presLayoutVars>
      </dgm:prSet>
      <dgm:spPr/>
    </dgm:pt>
    <dgm:pt modelId="{CE71D42A-C59B-40EF-AE86-876DA56C5DD4}" type="pres">
      <dgm:prSet presAssocID="{CA1A4F15-74E2-49B3-9745-77AD6A5DA453}" presName="sibTrans" presStyleCnt="0"/>
      <dgm:spPr/>
    </dgm:pt>
    <dgm:pt modelId="{A634DC0A-62DD-4CC7-8C17-4C982F57EBFF}" type="pres">
      <dgm:prSet presAssocID="{3F8E8ABB-3519-4233-B0F6-1A3940B90B04}" presName="compNode" presStyleCnt="0"/>
      <dgm:spPr/>
    </dgm:pt>
    <dgm:pt modelId="{79A87977-9523-4668-B735-9E79CD33A99C}" type="pres">
      <dgm:prSet presAssocID="{3F8E8ABB-3519-4233-B0F6-1A3940B90B04}" presName="bgRect" presStyleLbl="bgShp" presStyleIdx="1" presStyleCnt="4"/>
      <dgm:spPr/>
    </dgm:pt>
    <dgm:pt modelId="{02825795-08E5-4597-898D-BE05D4155FD8}" type="pres">
      <dgm:prSet presAssocID="{3F8E8ABB-3519-4233-B0F6-1A3940B90B04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lão de vidro"/>
        </a:ext>
      </dgm:extLst>
    </dgm:pt>
    <dgm:pt modelId="{FC0F3E3B-3E0E-4A35-827A-D0B772541230}" type="pres">
      <dgm:prSet presAssocID="{3F8E8ABB-3519-4233-B0F6-1A3940B90B04}" presName="spaceRect" presStyleCnt="0"/>
      <dgm:spPr/>
    </dgm:pt>
    <dgm:pt modelId="{80EADC66-4A0C-46DF-9856-AD8E057D107F}" type="pres">
      <dgm:prSet presAssocID="{3F8E8ABB-3519-4233-B0F6-1A3940B90B04}" presName="parTx" presStyleLbl="revTx" presStyleIdx="1" presStyleCnt="4">
        <dgm:presLayoutVars>
          <dgm:chMax val="0"/>
          <dgm:chPref val="0"/>
        </dgm:presLayoutVars>
      </dgm:prSet>
      <dgm:spPr/>
    </dgm:pt>
    <dgm:pt modelId="{5B104019-32E2-4701-A62F-A5B4238FC517}" type="pres">
      <dgm:prSet presAssocID="{661943D6-9DE3-458C-9E99-84541E251696}" presName="sibTrans" presStyleCnt="0"/>
      <dgm:spPr/>
    </dgm:pt>
    <dgm:pt modelId="{7C22570A-082B-4EFA-BE1E-8173F9A0F55A}" type="pres">
      <dgm:prSet presAssocID="{131933F6-3B1E-4C0F-ADB9-1BBE31DBE2F1}" presName="compNode" presStyleCnt="0"/>
      <dgm:spPr/>
    </dgm:pt>
    <dgm:pt modelId="{47EC1DF3-4074-4C57-A7A1-B3D4863C2DD7}" type="pres">
      <dgm:prSet presAssocID="{131933F6-3B1E-4C0F-ADB9-1BBE31DBE2F1}" presName="bgRect" presStyleLbl="bgShp" presStyleIdx="2" presStyleCnt="4"/>
      <dgm:spPr/>
    </dgm:pt>
    <dgm:pt modelId="{F9A26BCC-7CB5-446A-BBD0-2EC688B62026}" type="pres">
      <dgm:prSet presAssocID="{131933F6-3B1E-4C0F-ADB9-1BBE31DBE2F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ção"/>
        </a:ext>
      </dgm:extLst>
    </dgm:pt>
    <dgm:pt modelId="{986E17B7-1E1F-40DB-92B9-9C3C7750D3EA}" type="pres">
      <dgm:prSet presAssocID="{131933F6-3B1E-4C0F-ADB9-1BBE31DBE2F1}" presName="spaceRect" presStyleCnt="0"/>
      <dgm:spPr/>
    </dgm:pt>
    <dgm:pt modelId="{F53FF17E-367D-49B9-871B-2EA67D29F398}" type="pres">
      <dgm:prSet presAssocID="{131933F6-3B1E-4C0F-ADB9-1BBE31DBE2F1}" presName="parTx" presStyleLbl="revTx" presStyleIdx="2" presStyleCnt="4">
        <dgm:presLayoutVars>
          <dgm:chMax val="0"/>
          <dgm:chPref val="0"/>
        </dgm:presLayoutVars>
      </dgm:prSet>
      <dgm:spPr/>
    </dgm:pt>
    <dgm:pt modelId="{5A94FF57-0308-497F-AF52-837F561846AE}" type="pres">
      <dgm:prSet presAssocID="{97D7066A-5040-4923-A3F6-03B63782ECF6}" presName="sibTrans" presStyleCnt="0"/>
      <dgm:spPr/>
    </dgm:pt>
    <dgm:pt modelId="{94E72D12-E54A-4F74-BF96-A621BC54464D}" type="pres">
      <dgm:prSet presAssocID="{3A7D011C-C703-414C-B93F-E8D6AE9AD0CA}" presName="compNode" presStyleCnt="0"/>
      <dgm:spPr/>
    </dgm:pt>
    <dgm:pt modelId="{D1F9A3F7-4619-466C-B1B8-A5AFECB93A31}" type="pres">
      <dgm:prSet presAssocID="{3A7D011C-C703-414C-B93F-E8D6AE9AD0CA}" presName="bgRect" presStyleLbl="bgShp" presStyleIdx="3" presStyleCnt="4"/>
      <dgm:spPr/>
    </dgm:pt>
    <dgm:pt modelId="{4AE7F3D4-4AE5-496D-8685-3224F7DE3D69}" type="pres">
      <dgm:prSet presAssocID="{3A7D011C-C703-414C-B93F-E8D6AE9AD0C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FA725F9A-BE32-47B1-A51C-448FE6830441}" type="pres">
      <dgm:prSet presAssocID="{3A7D011C-C703-414C-B93F-E8D6AE9AD0CA}" presName="spaceRect" presStyleCnt="0"/>
      <dgm:spPr/>
    </dgm:pt>
    <dgm:pt modelId="{4C513A99-AA1D-4226-87EC-52270C99AF1E}" type="pres">
      <dgm:prSet presAssocID="{3A7D011C-C703-414C-B93F-E8D6AE9AD0C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33CCB24-230A-4C0F-91DE-3FF10CAD472D}" type="presOf" srcId="{8076CF31-D716-4ED9-A7C6-4CCA7D29A6BE}" destId="{714B58EF-2ECF-43A8-B425-BBAA3787D86A}" srcOrd="0" destOrd="0" presId="urn:microsoft.com/office/officeart/2018/2/layout/IconVerticalSolidList"/>
    <dgm:cxn modelId="{71F6C93C-81CC-4E85-9CCE-97832F1902BC}" type="presOf" srcId="{131933F6-3B1E-4C0F-ADB9-1BBE31DBE2F1}" destId="{F53FF17E-367D-49B9-871B-2EA67D29F398}" srcOrd="0" destOrd="0" presId="urn:microsoft.com/office/officeart/2018/2/layout/IconVerticalSolidList"/>
    <dgm:cxn modelId="{1C6CBA5C-DEC3-45A5-B50B-392E1027C8F2}" srcId="{8076CF31-D716-4ED9-A7C6-4CCA7D29A6BE}" destId="{3A7D011C-C703-414C-B93F-E8D6AE9AD0CA}" srcOrd="3" destOrd="0" parTransId="{A8CEA4CA-3EE7-4630-8AEA-4572A33B7951}" sibTransId="{AB6D8460-D42F-4A92-B02C-E4E1FD77D928}"/>
    <dgm:cxn modelId="{D5FC494D-9082-4970-8573-C0D4A110EFAA}" srcId="{8076CF31-D716-4ED9-A7C6-4CCA7D29A6BE}" destId="{131933F6-3B1E-4C0F-ADB9-1BBE31DBE2F1}" srcOrd="2" destOrd="0" parTransId="{B7883AEA-9BF9-462B-A29D-AE8E6BA81050}" sibTransId="{97D7066A-5040-4923-A3F6-03B63782ECF6}"/>
    <dgm:cxn modelId="{DE891054-D798-4ABE-9775-B6E5F56B9BEC}" srcId="{8076CF31-D716-4ED9-A7C6-4CCA7D29A6BE}" destId="{3F8E8ABB-3519-4233-B0F6-1A3940B90B04}" srcOrd="1" destOrd="0" parTransId="{39642BE0-A947-4B09-84D7-707947540574}" sibTransId="{661943D6-9DE3-458C-9E99-84541E251696}"/>
    <dgm:cxn modelId="{AB9DD29C-D67B-48BE-BC5F-885C60F8FCD2}" srcId="{8076CF31-D716-4ED9-A7C6-4CCA7D29A6BE}" destId="{58DE6A30-258D-4B0C-BF18-317CF01A8616}" srcOrd="0" destOrd="0" parTransId="{FD537249-A80F-4E27-A5E3-5E1B392E2B35}" sibTransId="{CA1A4F15-74E2-49B3-9745-77AD6A5DA453}"/>
    <dgm:cxn modelId="{3EEB28AC-70B1-44C6-A25C-FFAE92062DA6}" type="presOf" srcId="{3A7D011C-C703-414C-B93F-E8D6AE9AD0CA}" destId="{4C513A99-AA1D-4226-87EC-52270C99AF1E}" srcOrd="0" destOrd="0" presId="urn:microsoft.com/office/officeart/2018/2/layout/IconVerticalSolidList"/>
    <dgm:cxn modelId="{F2D882D5-1594-4AD4-909D-6C3DEF648687}" type="presOf" srcId="{58DE6A30-258D-4B0C-BF18-317CF01A8616}" destId="{3BE1FDF7-3E19-4289-9A1C-BA7579366F9E}" srcOrd="0" destOrd="0" presId="urn:microsoft.com/office/officeart/2018/2/layout/IconVerticalSolidList"/>
    <dgm:cxn modelId="{F8E384FB-3B6F-4E24-A7B6-12EF49BFC377}" type="presOf" srcId="{3F8E8ABB-3519-4233-B0F6-1A3940B90B04}" destId="{80EADC66-4A0C-46DF-9856-AD8E057D107F}" srcOrd="0" destOrd="0" presId="urn:microsoft.com/office/officeart/2018/2/layout/IconVerticalSolidList"/>
    <dgm:cxn modelId="{888A74DB-3020-442A-A298-90D7641F9F86}" type="presParOf" srcId="{714B58EF-2ECF-43A8-B425-BBAA3787D86A}" destId="{2C2397E4-CEE6-4569-A63B-8F973015D054}" srcOrd="0" destOrd="0" presId="urn:microsoft.com/office/officeart/2018/2/layout/IconVerticalSolidList"/>
    <dgm:cxn modelId="{237E76CB-A281-4BF9-8D01-7E053841FE81}" type="presParOf" srcId="{2C2397E4-CEE6-4569-A63B-8F973015D054}" destId="{082711F0-EA2B-4B7C-9CE8-242629F61C1A}" srcOrd="0" destOrd="0" presId="urn:microsoft.com/office/officeart/2018/2/layout/IconVerticalSolidList"/>
    <dgm:cxn modelId="{ECD9F478-E029-40F5-B763-D566942D4126}" type="presParOf" srcId="{2C2397E4-CEE6-4569-A63B-8F973015D054}" destId="{AF8A845F-F38A-44BD-9C04-91DF782C2969}" srcOrd="1" destOrd="0" presId="urn:microsoft.com/office/officeart/2018/2/layout/IconVerticalSolidList"/>
    <dgm:cxn modelId="{063CE314-0D65-4D14-8D05-34542750B43B}" type="presParOf" srcId="{2C2397E4-CEE6-4569-A63B-8F973015D054}" destId="{F1545332-683B-4840-8EBA-1EA150D02704}" srcOrd="2" destOrd="0" presId="urn:microsoft.com/office/officeart/2018/2/layout/IconVerticalSolidList"/>
    <dgm:cxn modelId="{54E73497-4B8A-4D95-AD6A-22164BF796FA}" type="presParOf" srcId="{2C2397E4-CEE6-4569-A63B-8F973015D054}" destId="{3BE1FDF7-3E19-4289-9A1C-BA7579366F9E}" srcOrd="3" destOrd="0" presId="urn:microsoft.com/office/officeart/2018/2/layout/IconVerticalSolidList"/>
    <dgm:cxn modelId="{757F6DE9-4E42-44DF-9109-6FEF0ABA96E7}" type="presParOf" srcId="{714B58EF-2ECF-43A8-B425-BBAA3787D86A}" destId="{CE71D42A-C59B-40EF-AE86-876DA56C5DD4}" srcOrd="1" destOrd="0" presId="urn:microsoft.com/office/officeart/2018/2/layout/IconVerticalSolidList"/>
    <dgm:cxn modelId="{8BE8B88E-77F4-4636-BF8F-6AC789EC47B2}" type="presParOf" srcId="{714B58EF-2ECF-43A8-B425-BBAA3787D86A}" destId="{A634DC0A-62DD-4CC7-8C17-4C982F57EBFF}" srcOrd="2" destOrd="0" presId="urn:microsoft.com/office/officeart/2018/2/layout/IconVerticalSolidList"/>
    <dgm:cxn modelId="{7E2B52CE-2DEA-4D9B-82E7-4B6E99D69F93}" type="presParOf" srcId="{A634DC0A-62DD-4CC7-8C17-4C982F57EBFF}" destId="{79A87977-9523-4668-B735-9E79CD33A99C}" srcOrd="0" destOrd="0" presId="urn:microsoft.com/office/officeart/2018/2/layout/IconVerticalSolidList"/>
    <dgm:cxn modelId="{1A41CD21-2DC7-4161-9BC8-5B4E21B00835}" type="presParOf" srcId="{A634DC0A-62DD-4CC7-8C17-4C982F57EBFF}" destId="{02825795-08E5-4597-898D-BE05D4155FD8}" srcOrd="1" destOrd="0" presId="urn:microsoft.com/office/officeart/2018/2/layout/IconVerticalSolidList"/>
    <dgm:cxn modelId="{D05073D7-4394-411E-AE57-23CE962CF888}" type="presParOf" srcId="{A634DC0A-62DD-4CC7-8C17-4C982F57EBFF}" destId="{FC0F3E3B-3E0E-4A35-827A-D0B772541230}" srcOrd="2" destOrd="0" presId="urn:microsoft.com/office/officeart/2018/2/layout/IconVerticalSolidList"/>
    <dgm:cxn modelId="{D4AA8D8D-77A8-4D3F-9D57-D2320304FC06}" type="presParOf" srcId="{A634DC0A-62DD-4CC7-8C17-4C982F57EBFF}" destId="{80EADC66-4A0C-46DF-9856-AD8E057D107F}" srcOrd="3" destOrd="0" presId="urn:microsoft.com/office/officeart/2018/2/layout/IconVerticalSolidList"/>
    <dgm:cxn modelId="{881B98F5-7BE3-4BD7-BCB4-998EFBEDFE4F}" type="presParOf" srcId="{714B58EF-2ECF-43A8-B425-BBAA3787D86A}" destId="{5B104019-32E2-4701-A62F-A5B4238FC517}" srcOrd="3" destOrd="0" presId="urn:microsoft.com/office/officeart/2018/2/layout/IconVerticalSolidList"/>
    <dgm:cxn modelId="{E3E9EB21-B68F-4604-8206-E7345D06E92F}" type="presParOf" srcId="{714B58EF-2ECF-43A8-B425-BBAA3787D86A}" destId="{7C22570A-082B-4EFA-BE1E-8173F9A0F55A}" srcOrd="4" destOrd="0" presId="urn:microsoft.com/office/officeart/2018/2/layout/IconVerticalSolidList"/>
    <dgm:cxn modelId="{F0D06D53-172E-450E-97B7-DA36D8FA13E9}" type="presParOf" srcId="{7C22570A-082B-4EFA-BE1E-8173F9A0F55A}" destId="{47EC1DF3-4074-4C57-A7A1-B3D4863C2DD7}" srcOrd="0" destOrd="0" presId="urn:microsoft.com/office/officeart/2018/2/layout/IconVerticalSolidList"/>
    <dgm:cxn modelId="{7819F8F2-3987-4363-9B39-9B519059F41F}" type="presParOf" srcId="{7C22570A-082B-4EFA-BE1E-8173F9A0F55A}" destId="{F9A26BCC-7CB5-446A-BBD0-2EC688B62026}" srcOrd="1" destOrd="0" presId="urn:microsoft.com/office/officeart/2018/2/layout/IconVerticalSolidList"/>
    <dgm:cxn modelId="{245BECF1-AF94-4300-890B-D594A6105813}" type="presParOf" srcId="{7C22570A-082B-4EFA-BE1E-8173F9A0F55A}" destId="{986E17B7-1E1F-40DB-92B9-9C3C7750D3EA}" srcOrd="2" destOrd="0" presId="urn:microsoft.com/office/officeart/2018/2/layout/IconVerticalSolidList"/>
    <dgm:cxn modelId="{34236518-C3BE-40F6-941B-A2D383959B17}" type="presParOf" srcId="{7C22570A-082B-4EFA-BE1E-8173F9A0F55A}" destId="{F53FF17E-367D-49B9-871B-2EA67D29F398}" srcOrd="3" destOrd="0" presId="urn:microsoft.com/office/officeart/2018/2/layout/IconVerticalSolidList"/>
    <dgm:cxn modelId="{B05CFC33-BB1B-4164-8B29-D41513886AFD}" type="presParOf" srcId="{714B58EF-2ECF-43A8-B425-BBAA3787D86A}" destId="{5A94FF57-0308-497F-AF52-837F561846AE}" srcOrd="5" destOrd="0" presId="urn:microsoft.com/office/officeart/2018/2/layout/IconVerticalSolidList"/>
    <dgm:cxn modelId="{075537FB-D8A0-45E5-8447-B7A75A13EBD3}" type="presParOf" srcId="{714B58EF-2ECF-43A8-B425-BBAA3787D86A}" destId="{94E72D12-E54A-4F74-BF96-A621BC54464D}" srcOrd="6" destOrd="0" presId="urn:microsoft.com/office/officeart/2018/2/layout/IconVerticalSolidList"/>
    <dgm:cxn modelId="{E0728DE2-CADE-4E42-A249-74CF6EB28042}" type="presParOf" srcId="{94E72D12-E54A-4F74-BF96-A621BC54464D}" destId="{D1F9A3F7-4619-466C-B1B8-A5AFECB93A31}" srcOrd="0" destOrd="0" presId="urn:microsoft.com/office/officeart/2018/2/layout/IconVerticalSolidList"/>
    <dgm:cxn modelId="{58AE25AB-D279-4718-AE67-420DBFF307FF}" type="presParOf" srcId="{94E72D12-E54A-4F74-BF96-A621BC54464D}" destId="{4AE7F3D4-4AE5-496D-8685-3224F7DE3D69}" srcOrd="1" destOrd="0" presId="urn:microsoft.com/office/officeart/2018/2/layout/IconVerticalSolidList"/>
    <dgm:cxn modelId="{6E1574CA-DD56-43FD-A72B-F8B6F40D24B0}" type="presParOf" srcId="{94E72D12-E54A-4F74-BF96-A621BC54464D}" destId="{FA725F9A-BE32-47B1-A51C-448FE6830441}" srcOrd="2" destOrd="0" presId="urn:microsoft.com/office/officeart/2018/2/layout/IconVerticalSolidList"/>
    <dgm:cxn modelId="{39888D19-4122-4788-B6F1-652DDB02BBFF}" type="presParOf" srcId="{94E72D12-E54A-4F74-BF96-A621BC54464D}" destId="{4C513A99-AA1D-4226-87EC-52270C99AF1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DBBDE-4343-4F88-A7EA-831F7968E87A}">
      <dsp:nvSpPr>
        <dsp:cNvPr id="0" name=""/>
        <dsp:cNvSpPr/>
      </dsp:nvSpPr>
      <dsp:spPr>
        <a:xfrm>
          <a:off x="0" y="1571"/>
          <a:ext cx="10058399" cy="7964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6E6144-62AB-4F5E-8088-E74ABE59B810}">
      <dsp:nvSpPr>
        <dsp:cNvPr id="0" name=""/>
        <dsp:cNvSpPr/>
      </dsp:nvSpPr>
      <dsp:spPr>
        <a:xfrm>
          <a:off x="240913" y="180763"/>
          <a:ext cx="438024" cy="4380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7AD24-2EC4-42E1-B807-C23F7CEBD494}">
      <dsp:nvSpPr>
        <dsp:cNvPr id="0" name=""/>
        <dsp:cNvSpPr/>
      </dsp:nvSpPr>
      <dsp:spPr>
        <a:xfrm>
          <a:off x="919851" y="1571"/>
          <a:ext cx="91385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 dirty="0"/>
            <a:t>Os </a:t>
          </a:r>
          <a:r>
            <a:rPr lang="pt-PT" sz="2200" kern="1200" dirty="0" err="1"/>
            <a:t>WWTPs</a:t>
          </a:r>
          <a:r>
            <a:rPr lang="pt-PT" sz="2200" kern="1200" dirty="0"/>
            <a:t> são pontos críticos no transporte de microplásticos.</a:t>
          </a:r>
          <a:endParaRPr lang="en-US" sz="2200" kern="1200" dirty="0"/>
        </a:p>
      </dsp:txBody>
      <dsp:txXfrm>
        <a:off x="919851" y="1571"/>
        <a:ext cx="9138548" cy="796407"/>
      </dsp:txXfrm>
    </dsp:sp>
    <dsp:sp modelId="{357540BF-6216-45A5-81D0-4F3451D2F021}">
      <dsp:nvSpPr>
        <dsp:cNvPr id="0" name=""/>
        <dsp:cNvSpPr/>
      </dsp:nvSpPr>
      <dsp:spPr>
        <a:xfrm>
          <a:off x="0" y="997081"/>
          <a:ext cx="10058399" cy="7964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631659-B52F-430F-AF98-C269069D57D6}">
      <dsp:nvSpPr>
        <dsp:cNvPr id="0" name=""/>
        <dsp:cNvSpPr/>
      </dsp:nvSpPr>
      <dsp:spPr>
        <a:xfrm>
          <a:off x="240913" y="1176272"/>
          <a:ext cx="438024" cy="4380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1FB51-6CE9-4514-BC01-91A9DAA4712B}">
      <dsp:nvSpPr>
        <dsp:cNvPr id="0" name=""/>
        <dsp:cNvSpPr/>
      </dsp:nvSpPr>
      <dsp:spPr>
        <a:xfrm>
          <a:off x="919851" y="997081"/>
          <a:ext cx="91385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A análise atual é frequentemente manual ou semi-manual.</a:t>
          </a:r>
          <a:endParaRPr lang="en-US" sz="2200" kern="1200"/>
        </a:p>
      </dsp:txBody>
      <dsp:txXfrm>
        <a:off x="919851" y="997081"/>
        <a:ext cx="9138548" cy="796407"/>
      </dsp:txXfrm>
    </dsp:sp>
    <dsp:sp modelId="{65EBAE1E-748A-481A-AD43-686E8DB23FAC}">
      <dsp:nvSpPr>
        <dsp:cNvPr id="0" name=""/>
        <dsp:cNvSpPr/>
      </dsp:nvSpPr>
      <dsp:spPr>
        <a:xfrm>
          <a:off x="0" y="1992590"/>
          <a:ext cx="10058399" cy="7964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EC390E-F9E4-4034-9B70-C8D285BE6A83}">
      <dsp:nvSpPr>
        <dsp:cNvPr id="0" name=""/>
        <dsp:cNvSpPr/>
      </dsp:nvSpPr>
      <dsp:spPr>
        <a:xfrm>
          <a:off x="240913" y="2171782"/>
          <a:ext cx="438024" cy="4380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AFCBEB-2231-4B64-8B72-C875CC7C4232}">
      <dsp:nvSpPr>
        <dsp:cNvPr id="0" name=""/>
        <dsp:cNvSpPr/>
      </dsp:nvSpPr>
      <dsp:spPr>
        <a:xfrm>
          <a:off x="919851" y="1992590"/>
          <a:ext cx="91385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Isso limita reprodutibilidade, escalabilidade e consistência.</a:t>
          </a:r>
          <a:endParaRPr lang="en-US" sz="2200" kern="1200"/>
        </a:p>
      </dsp:txBody>
      <dsp:txXfrm>
        <a:off x="919851" y="1992590"/>
        <a:ext cx="9138548" cy="796407"/>
      </dsp:txXfrm>
    </dsp:sp>
    <dsp:sp modelId="{690D1908-0DF8-4F92-B2F0-95A85B0EEA6C}">
      <dsp:nvSpPr>
        <dsp:cNvPr id="0" name=""/>
        <dsp:cNvSpPr/>
      </dsp:nvSpPr>
      <dsp:spPr>
        <a:xfrm>
          <a:off x="0" y="2988100"/>
          <a:ext cx="10058399" cy="7964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1559FE-5F7D-4259-B981-FFC0FF72DA60}">
      <dsp:nvSpPr>
        <dsp:cNvPr id="0" name=""/>
        <dsp:cNvSpPr/>
      </dsp:nvSpPr>
      <dsp:spPr>
        <a:xfrm>
          <a:off x="240913" y="3167292"/>
          <a:ext cx="438024" cy="4380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2D47F-DC78-479E-9F72-3440E089A96C}">
      <dsp:nvSpPr>
        <dsp:cNvPr id="0" name=""/>
        <dsp:cNvSpPr/>
      </dsp:nvSpPr>
      <dsp:spPr>
        <a:xfrm>
          <a:off x="919851" y="2988100"/>
          <a:ext cx="91385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Necessidade de uma abordagem computacional automatizada.</a:t>
          </a:r>
          <a:endParaRPr lang="en-US" sz="2200" kern="1200"/>
        </a:p>
      </dsp:txBody>
      <dsp:txXfrm>
        <a:off x="919851" y="2988100"/>
        <a:ext cx="9138548" cy="7964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F80BF5-2108-4D01-A4BA-35D4052528D1}">
      <dsp:nvSpPr>
        <dsp:cNvPr id="0" name=""/>
        <dsp:cNvSpPr/>
      </dsp:nvSpPr>
      <dsp:spPr>
        <a:xfrm>
          <a:off x="2946" y="1113970"/>
          <a:ext cx="2104012" cy="13360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CAD184-6C39-49D6-A615-70752C6486DC}">
      <dsp:nvSpPr>
        <dsp:cNvPr id="0" name=""/>
        <dsp:cNvSpPr/>
      </dsp:nvSpPr>
      <dsp:spPr>
        <a:xfrm>
          <a:off x="236726" y="1336061"/>
          <a:ext cx="2104012" cy="133604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 dirty="0"/>
            <a:t>Dificuldade em quantificar microplásticos de forma robusta.</a:t>
          </a:r>
          <a:endParaRPr lang="en-US" sz="1600" kern="1200" dirty="0"/>
        </a:p>
      </dsp:txBody>
      <dsp:txXfrm>
        <a:off x="275858" y="1375193"/>
        <a:ext cx="2025748" cy="1257784"/>
      </dsp:txXfrm>
    </dsp:sp>
    <dsp:sp modelId="{2DD765C2-5175-4C08-B236-23A1B2A2260B}">
      <dsp:nvSpPr>
        <dsp:cNvPr id="0" name=""/>
        <dsp:cNvSpPr/>
      </dsp:nvSpPr>
      <dsp:spPr>
        <a:xfrm>
          <a:off x="2574518" y="1113970"/>
          <a:ext cx="2104012" cy="13360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A0FC33-530B-4726-A6B0-D2D21CCA1BED}">
      <dsp:nvSpPr>
        <dsp:cNvPr id="0" name=""/>
        <dsp:cNvSpPr/>
      </dsp:nvSpPr>
      <dsp:spPr>
        <a:xfrm>
          <a:off x="2808297" y="1336061"/>
          <a:ext cx="2104012" cy="133604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Dependência de inspeção visual e thresholding.</a:t>
          </a:r>
          <a:endParaRPr lang="en-US" sz="1600" kern="1200"/>
        </a:p>
      </dsp:txBody>
      <dsp:txXfrm>
        <a:off x="2847429" y="1375193"/>
        <a:ext cx="2025748" cy="1257784"/>
      </dsp:txXfrm>
    </dsp:sp>
    <dsp:sp modelId="{860935CC-D9E5-42A8-9B28-B1D086F15836}">
      <dsp:nvSpPr>
        <dsp:cNvPr id="0" name=""/>
        <dsp:cNvSpPr/>
      </dsp:nvSpPr>
      <dsp:spPr>
        <a:xfrm>
          <a:off x="5146089" y="1113970"/>
          <a:ext cx="2104012" cy="13360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589C71-E3B9-4F33-881F-C5EDADA62AE4}">
      <dsp:nvSpPr>
        <dsp:cNvPr id="0" name=""/>
        <dsp:cNvSpPr/>
      </dsp:nvSpPr>
      <dsp:spPr>
        <a:xfrm>
          <a:off x="5379868" y="1336061"/>
          <a:ext cx="2104012" cy="133604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Falta de caracterização morfológica sistemática.</a:t>
          </a:r>
          <a:endParaRPr lang="en-US" sz="1600" kern="1200"/>
        </a:p>
      </dsp:txBody>
      <dsp:txXfrm>
        <a:off x="5419000" y="1375193"/>
        <a:ext cx="2025748" cy="1257784"/>
      </dsp:txXfrm>
    </dsp:sp>
    <dsp:sp modelId="{AB0F6A88-D87C-461F-B327-0A5415F8CE52}">
      <dsp:nvSpPr>
        <dsp:cNvPr id="0" name=""/>
        <dsp:cNvSpPr/>
      </dsp:nvSpPr>
      <dsp:spPr>
        <a:xfrm>
          <a:off x="7717661" y="1113970"/>
          <a:ext cx="2104012" cy="133604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1D0E7-4876-45BE-ACE3-7BE407055AB4}">
      <dsp:nvSpPr>
        <dsp:cNvPr id="0" name=""/>
        <dsp:cNvSpPr/>
      </dsp:nvSpPr>
      <dsp:spPr>
        <a:xfrm>
          <a:off x="7951440" y="1336061"/>
          <a:ext cx="2104012" cy="133604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600" kern="1200"/>
            <a:t>Necessidade de métricas quantitativas para remoção e monitorização.</a:t>
          </a:r>
          <a:endParaRPr lang="en-US" sz="1600" kern="1200"/>
        </a:p>
      </dsp:txBody>
      <dsp:txXfrm>
        <a:off x="7990572" y="1375193"/>
        <a:ext cx="2025748" cy="12577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D6EEE5-EFBD-41F2-BBD8-8D5D379F52AE}">
      <dsp:nvSpPr>
        <dsp:cNvPr id="0" name=""/>
        <dsp:cNvSpPr/>
      </dsp:nvSpPr>
      <dsp:spPr>
        <a:xfrm>
          <a:off x="938775" y="924667"/>
          <a:ext cx="926133" cy="9261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01AD1-D2D6-4210-A4B0-A223709C93B4}">
      <dsp:nvSpPr>
        <dsp:cNvPr id="0" name=""/>
        <dsp:cNvSpPr/>
      </dsp:nvSpPr>
      <dsp:spPr>
        <a:xfrm>
          <a:off x="372805" y="2141412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Desenvolver uma metodologia computacional para deteção e quantificação automática.</a:t>
          </a:r>
          <a:endParaRPr lang="en-US" sz="1300" kern="1200"/>
        </a:p>
      </dsp:txBody>
      <dsp:txXfrm>
        <a:off x="372805" y="2141412"/>
        <a:ext cx="2058075" cy="720000"/>
      </dsp:txXfrm>
    </dsp:sp>
    <dsp:sp modelId="{A613B457-17D7-4280-9D20-76A078563FCC}">
      <dsp:nvSpPr>
        <dsp:cNvPr id="0" name=""/>
        <dsp:cNvSpPr/>
      </dsp:nvSpPr>
      <dsp:spPr>
        <a:xfrm>
          <a:off x="3357014" y="924667"/>
          <a:ext cx="926133" cy="9261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EDE613-7A55-4245-A19F-1AF65C6DDF24}">
      <dsp:nvSpPr>
        <dsp:cNvPr id="0" name=""/>
        <dsp:cNvSpPr/>
      </dsp:nvSpPr>
      <dsp:spPr>
        <a:xfrm>
          <a:off x="2791043" y="2141412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Extrair descritores morfológicos.</a:t>
          </a:r>
          <a:endParaRPr lang="en-US" sz="1300" kern="1200"/>
        </a:p>
      </dsp:txBody>
      <dsp:txXfrm>
        <a:off x="2791043" y="2141412"/>
        <a:ext cx="2058075" cy="720000"/>
      </dsp:txXfrm>
    </dsp:sp>
    <dsp:sp modelId="{73121A8D-C650-4778-9D6F-ABAC055726A2}">
      <dsp:nvSpPr>
        <dsp:cNvPr id="0" name=""/>
        <dsp:cNvSpPr/>
      </dsp:nvSpPr>
      <dsp:spPr>
        <a:xfrm>
          <a:off x="5775252" y="924667"/>
          <a:ext cx="926133" cy="9261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AE483C-6613-4482-9B8E-E849401E2F13}">
      <dsp:nvSpPr>
        <dsp:cNvPr id="0" name=""/>
        <dsp:cNvSpPr/>
      </dsp:nvSpPr>
      <dsp:spPr>
        <a:xfrm>
          <a:off x="5209281" y="2141412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Classificar partículas em categorias relevantes.</a:t>
          </a:r>
          <a:endParaRPr lang="en-US" sz="1300" kern="1200"/>
        </a:p>
      </dsp:txBody>
      <dsp:txXfrm>
        <a:off x="5209281" y="2141412"/>
        <a:ext cx="2058075" cy="720000"/>
      </dsp:txXfrm>
    </dsp:sp>
    <dsp:sp modelId="{40A17F4B-8A0C-4241-90BD-8EDA5408C19F}">
      <dsp:nvSpPr>
        <dsp:cNvPr id="0" name=""/>
        <dsp:cNvSpPr/>
      </dsp:nvSpPr>
      <dsp:spPr>
        <a:xfrm>
          <a:off x="8193490" y="924667"/>
          <a:ext cx="926133" cy="9261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806DDE-9047-4416-BB35-6327BF07A3EF}">
      <dsp:nvSpPr>
        <dsp:cNvPr id="0" name=""/>
        <dsp:cNvSpPr/>
      </dsp:nvSpPr>
      <dsp:spPr>
        <a:xfrm>
          <a:off x="7627519" y="2141412"/>
          <a:ext cx="205807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300" kern="1200"/>
            <a:t>Integrar o pipeline no contexto do projeto RESOLVE</a:t>
          </a:r>
          <a:endParaRPr lang="en-US" sz="1300" kern="1200"/>
        </a:p>
      </dsp:txBody>
      <dsp:txXfrm>
        <a:off x="7627519" y="2141412"/>
        <a:ext cx="205807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AA791D-A8CD-49BC-BD1D-E7717CAED93E}">
      <dsp:nvSpPr>
        <dsp:cNvPr id="0" name=""/>
        <dsp:cNvSpPr/>
      </dsp:nvSpPr>
      <dsp:spPr>
        <a:xfrm>
          <a:off x="0" y="689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41D9A-E22F-4DC2-B041-FE2CF4F930A0}">
      <dsp:nvSpPr>
        <dsp:cNvPr id="0" name=""/>
        <dsp:cNvSpPr/>
      </dsp:nvSpPr>
      <dsp:spPr>
        <a:xfrm>
          <a:off x="0" y="68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✓ Deteção automática de microplásticos</a:t>
          </a:r>
          <a:endParaRPr lang="en-US" sz="3000" kern="1200"/>
        </a:p>
      </dsp:txBody>
      <dsp:txXfrm>
        <a:off x="0" y="689"/>
        <a:ext cx="6797675" cy="1129706"/>
      </dsp:txXfrm>
    </dsp:sp>
    <dsp:sp modelId="{C41CCA3E-EA47-4AEA-BF50-8DA50F4F1ABC}">
      <dsp:nvSpPr>
        <dsp:cNvPr id="0" name=""/>
        <dsp:cNvSpPr/>
      </dsp:nvSpPr>
      <dsp:spPr>
        <a:xfrm>
          <a:off x="0" y="1130396"/>
          <a:ext cx="6797675" cy="0"/>
        </a:xfrm>
        <a:prstGeom prst="line">
          <a:avLst/>
        </a:prstGeom>
        <a:solidFill>
          <a:schemeClr val="accent2">
            <a:hueOff val="810023"/>
            <a:satOff val="113"/>
            <a:lumOff val="98"/>
            <a:alphaOff val="0"/>
          </a:schemeClr>
        </a:solidFill>
        <a:ln w="15875" cap="flat" cmpd="sng" algn="ctr">
          <a:solidFill>
            <a:schemeClr val="accent2">
              <a:hueOff val="810023"/>
              <a:satOff val="113"/>
              <a:lumOff val="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754AD-6F59-4E38-8D07-7D51BD36D5CB}">
      <dsp:nvSpPr>
        <dsp:cNvPr id="0" name=""/>
        <dsp:cNvSpPr/>
      </dsp:nvSpPr>
      <dsp:spPr>
        <a:xfrm>
          <a:off x="0" y="1130396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✓ Caracterização morfológica quantitativa</a:t>
          </a:r>
          <a:endParaRPr lang="en-US" sz="3000" kern="1200"/>
        </a:p>
      </dsp:txBody>
      <dsp:txXfrm>
        <a:off x="0" y="1130396"/>
        <a:ext cx="6797675" cy="1129706"/>
      </dsp:txXfrm>
    </dsp:sp>
    <dsp:sp modelId="{94EFF7BB-140A-4B8B-9BE0-A3C5339CC0D6}">
      <dsp:nvSpPr>
        <dsp:cNvPr id="0" name=""/>
        <dsp:cNvSpPr/>
      </dsp:nvSpPr>
      <dsp:spPr>
        <a:xfrm>
          <a:off x="0" y="2260102"/>
          <a:ext cx="6797675" cy="0"/>
        </a:xfrm>
        <a:prstGeom prst="line">
          <a:avLst/>
        </a:prstGeom>
        <a:solidFill>
          <a:schemeClr val="accent2">
            <a:hueOff val="1620045"/>
            <a:satOff val="225"/>
            <a:lumOff val="196"/>
            <a:alphaOff val="0"/>
          </a:schemeClr>
        </a:solidFill>
        <a:ln w="15875" cap="flat" cmpd="sng" algn="ctr">
          <a:solidFill>
            <a:schemeClr val="accent2">
              <a:hueOff val="1620045"/>
              <a:satOff val="225"/>
              <a:lumOff val="1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D54CC4-19BB-4474-9559-54CDB41768C4}">
      <dsp:nvSpPr>
        <dsp:cNvPr id="0" name=""/>
        <dsp:cNvSpPr/>
      </dsp:nvSpPr>
      <dsp:spPr>
        <a:xfrm>
          <a:off x="0" y="2260102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✓ Classificação automática (</a:t>
          </a:r>
          <a:r>
            <a:rPr lang="pt-PT" sz="3000" i="1" kern="1200"/>
            <a:t>Fiber</a:t>
          </a:r>
          <a:r>
            <a:rPr lang="pt-PT" sz="3000" kern="1200"/>
            <a:t>, </a:t>
          </a:r>
          <a:r>
            <a:rPr lang="pt-PT" sz="3000" i="1" kern="1200"/>
            <a:t>Fragment</a:t>
          </a:r>
          <a:r>
            <a:rPr lang="pt-PT" sz="3000" kern="1200"/>
            <a:t>, </a:t>
          </a:r>
          <a:r>
            <a:rPr lang="pt-PT" sz="3000" i="1" kern="1200"/>
            <a:t>Film</a:t>
          </a:r>
          <a:r>
            <a:rPr lang="pt-PT" sz="3000" kern="1200"/>
            <a:t> e </a:t>
          </a:r>
          <a:r>
            <a:rPr lang="pt-PT" sz="3000" i="1" kern="1200"/>
            <a:t>Bead</a:t>
          </a:r>
          <a:r>
            <a:rPr lang="pt-PT" sz="3000" kern="1200"/>
            <a:t>)</a:t>
          </a:r>
          <a:endParaRPr lang="en-US" sz="3000" kern="1200"/>
        </a:p>
      </dsp:txBody>
      <dsp:txXfrm>
        <a:off x="0" y="2260102"/>
        <a:ext cx="6797675" cy="1129706"/>
      </dsp:txXfrm>
    </dsp:sp>
    <dsp:sp modelId="{FEA6D6B7-FF86-4A4E-85EE-963D6BDEAAD8}">
      <dsp:nvSpPr>
        <dsp:cNvPr id="0" name=""/>
        <dsp:cNvSpPr/>
      </dsp:nvSpPr>
      <dsp:spPr>
        <a:xfrm>
          <a:off x="0" y="3389809"/>
          <a:ext cx="6797675" cy="0"/>
        </a:xfrm>
        <a:prstGeom prst="line">
          <a:avLst/>
        </a:prstGeom>
        <a:solidFill>
          <a:schemeClr val="accent2">
            <a:hueOff val="2430068"/>
            <a:satOff val="338"/>
            <a:lumOff val="294"/>
            <a:alphaOff val="0"/>
          </a:schemeClr>
        </a:solidFill>
        <a:ln w="15875" cap="flat" cmpd="sng" algn="ctr">
          <a:solidFill>
            <a:schemeClr val="accent2">
              <a:hueOff val="2430068"/>
              <a:satOff val="338"/>
              <a:lumOff val="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AF7E3-CF81-4174-8001-D7D869261C16}">
      <dsp:nvSpPr>
        <dsp:cNvPr id="0" name=""/>
        <dsp:cNvSpPr/>
      </dsp:nvSpPr>
      <dsp:spPr>
        <a:xfrm>
          <a:off x="0" y="338980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✓ Exportação automática para Excel</a:t>
          </a:r>
          <a:endParaRPr lang="en-US" sz="3000" kern="1200"/>
        </a:p>
      </dsp:txBody>
      <dsp:txXfrm>
        <a:off x="0" y="3389809"/>
        <a:ext cx="6797675" cy="1129706"/>
      </dsp:txXfrm>
    </dsp:sp>
    <dsp:sp modelId="{4FD93EED-C736-4150-8D58-6CA6B444514E}">
      <dsp:nvSpPr>
        <dsp:cNvPr id="0" name=""/>
        <dsp:cNvSpPr/>
      </dsp:nvSpPr>
      <dsp:spPr>
        <a:xfrm>
          <a:off x="0" y="4519515"/>
          <a:ext cx="6797675" cy="0"/>
        </a:xfrm>
        <a:prstGeom prst="line">
          <a:avLst/>
        </a:prstGeom>
        <a:solidFill>
          <a:schemeClr val="accent2">
            <a:hueOff val="3240090"/>
            <a:satOff val="451"/>
            <a:lumOff val="392"/>
            <a:alphaOff val="0"/>
          </a:schemeClr>
        </a:solidFill>
        <a:ln w="15875" cap="flat" cmpd="sng" algn="ctr">
          <a:solidFill>
            <a:schemeClr val="accent2">
              <a:hueOff val="3240090"/>
              <a:satOff val="451"/>
              <a:lumOff val="3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1F490-AB47-410E-B173-6E8D74DEF8A3}">
      <dsp:nvSpPr>
        <dsp:cNvPr id="0" name=""/>
        <dsp:cNvSpPr/>
      </dsp:nvSpPr>
      <dsp:spPr>
        <a:xfrm>
          <a:off x="0" y="4519515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3000" kern="1200"/>
            <a:t>✓ Relatórios automáticos HTML</a:t>
          </a:r>
          <a:endParaRPr lang="en-US" sz="3000" kern="1200"/>
        </a:p>
      </dsp:txBody>
      <dsp:txXfrm>
        <a:off x="0" y="4519515"/>
        <a:ext cx="6797675" cy="11297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2711F0-EA2B-4B7C-9CE8-242629F61C1A}">
      <dsp:nvSpPr>
        <dsp:cNvPr id="0" name=""/>
        <dsp:cNvSpPr/>
      </dsp:nvSpPr>
      <dsp:spPr>
        <a:xfrm>
          <a:off x="0" y="2344"/>
          <a:ext cx="6797675" cy="118846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8A845F-F38A-44BD-9C04-91DF782C2969}">
      <dsp:nvSpPr>
        <dsp:cNvPr id="0" name=""/>
        <dsp:cNvSpPr/>
      </dsp:nvSpPr>
      <dsp:spPr>
        <a:xfrm>
          <a:off x="359511" y="269750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E1FDF7-3E19-4289-9A1C-BA7579366F9E}">
      <dsp:nvSpPr>
        <dsp:cNvPr id="0" name=""/>
        <dsp:cNvSpPr/>
      </dsp:nvSpPr>
      <dsp:spPr>
        <a:xfrm>
          <a:off x="1372680" y="234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/>
            <a:t>Foi desenvolvida uma abordagem computacional automatizada e reprodutível.</a:t>
          </a:r>
          <a:endParaRPr lang="en-US" sz="1900" kern="1200"/>
        </a:p>
      </dsp:txBody>
      <dsp:txXfrm>
        <a:off x="1372680" y="2344"/>
        <a:ext cx="5424994" cy="1188467"/>
      </dsp:txXfrm>
    </dsp:sp>
    <dsp:sp modelId="{79A87977-9523-4668-B735-9E79CD33A99C}">
      <dsp:nvSpPr>
        <dsp:cNvPr id="0" name=""/>
        <dsp:cNvSpPr/>
      </dsp:nvSpPr>
      <dsp:spPr>
        <a:xfrm>
          <a:off x="0" y="1487929"/>
          <a:ext cx="6797675" cy="118846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825795-08E5-4597-898D-BE05D4155FD8}">
      <dsp:nvSpPr>
        <dsp:cNvPr id="0" name=""/>
        <dsp:cNvSpPr/>
      </dsp:nvSpPr>
      <dsp:spPr>
        <a:xfrm>
          <a:off x="359511" y="1755334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ADC66-4A0C-46DF-9856-AD8E057D107F}">
      <dsp:nvSpPr>
        <dsp:cNvPr id="0" name=""/>
        <dsp:cNvSpPr/>
      </dsp:nvSpPr>
      <dsp:spPr>
        <a:xfrm>
          <a:off x="1372680" y="148792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/>
            <a:t>A app permite quantificação e caracterização morfológica.</a:t>
          </a:r>
          <a:endParaRPr lang="en-US" sz="1900" kern="1200"/>
        </a:p>
      </dsp:txBody>
      <dsp:txXfrm>
        <a:off x="1372680" y="1487929"/>
        <a:ext cx="5424994" cy="1188467"/>
      </dsp:txXfrm>
    </dsp:sp>
    <dsp:sp modelId="{47EC1DF3-4074-4C57-A7A1-B3D4863C2DD7}">
      <dsp:nvSpPr>
        <dsp:cNvPr id="0" name=""/>
        <dsp:cNvSpPr/>
      </dsp:nvSpPr>
      <dsp:spPr>
        <a:xfrm>
          <a:off x="0" y="2973514"/>
          <a:ext cx="6797675" cy="118846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A26BCC-7CB5-446A-BBD0-2EC688B62026}">
      <dsp:nvSpPr>
        <dsp:cNvPr id="0" name=""/>
        <dsp:cNvSpPr/>
      </dsp:nvSpPr>
      <dsp:spPr>
        <a:xfrm>
          <a:off x="359511" y="3240919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3FF17E-367D-49B9-871B-2EA67D29F398}">
      <dsp:nvSpPr>
        <dsp:cNvPr id="0" name=""/>
        <dsp:cNvSpPr/>
      </dsp:nvSpPr>
      <dsp:spPr>
        <a:xfrm>
          <a:off x="1372680" y="2973514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/>
            <a:t>Os resultados mostram viabilidade para uso em WWTPs.</a:t>
          </a:r>
          <a:endParaRPr lang="en-US" sz="1900" kern="1200"/>
        </a:p>
      </dsp:txBody>
      <dsp:txXfrm>
        <a:off x="1372680" y="2973514"/>
        <a:ext cx="5424994" cy="1188467"/>
      </dsp:txXfrm>
    </dsp:sp>
    <dsp:sp modelId="{D1F9A3F7-4619-466C-B1B8-A5AFECB93A31}">
      <dsp:nvSpPr>
        <dsp:cNvPr id="0" name=""/>
        <dsp:cNvSpPr/>
      </dsp:nvSpPr>
      <dsp:spPr>
        <a:xfrm>
          <a:off x="0" y="4459099"/>
          <a:ext cx="6797675" cy="118846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E7F3D4-4AE5-496D-8685-3224F7DE3D69}">
      <dsp:nvSpPr>
        <dsp:cNvPr id="0" name=""/>
        <dsp:cNvSpPr/>
      </dsp:nvSpPr>
      <dsp:spPr>
        <a:xfrm>
          <a:off x="359511" y="4726504"/>
          <a:ext cx="653657" cy="65365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13A99-AA1D-4226-87EC-52270C99AF1E}">
      <dsp:nvSpPr>
        <dsp:cNvPr id="0" name=""/>
        <dsp:cNvSpPr/>
      </dsp:nvSpPr>
      <dsp:spPr>
        <a:xfrm>
          <a:off x="1372680" y="4459099"/>
          <a:ext cx="5424994" cy="11884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80" tIns="125780" rIns="125780" bIns="12578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1900" kern="1200"/>
            <a:t>Trabalho futuro: validação com mais imagens, refinamento da classificação, melhoria da robustez e eventual integração com datasets maiores.</a:t>
          </a:r>
          <a:endParaRPr lang="en-US" sz="1900" kern="1200"/>
        </a:p>
      </dsp:txBody>
      <dsp:txXfrm>
        <a:off x="1372680" y="4459099"/>
        <a:ext cx="5424994" cy="11884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613B5-3704-4B73-909C-732E61212FB4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6D2D9-57F3-4C88-9B1A-BB4917DE67C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33046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6D2D9-57F3-4C88-9B1A-BB4917DE67C5}" type="slidenum">
              <a:rPr lang="pt-PT" smtClean="0"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935976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6D2D9-57F3-4C88-9B1A-BB4917DE67C5}" type="slidenum">
              <a:rPr lang="pt-PT" smtClean="0"/>
              <a:t>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57163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6587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894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49917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92681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3567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83748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28410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13654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68295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3333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2237C87-C094-4E33-994B-33AF2FCEA787}" type="datetimeFigureOut">
              <a:rPr lang="pt-PT" smtClean="0"/>
              <a:t>01/06/2026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73BE63-BAF8-4A5F-AF5E-CBFAED222277}" type="slidenum">
              <a:rPr lang="pt-PT" smtClean="0"/>
              <a:t>‹nº›</a:t>
            </a:fld>
            <a:endParaRPr lang="pt-PT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2816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99000"/>
                <a:satMod val="140000"/>
              </a:schemeClr>
            </a:gs>
            <a:gs pos="65000">
              <a:schemeClr val="bg2">
                <a:tint val="100000"/>
                <a:shade val="80000"/>
                <a:satMod val="130000"/>
              </a:schemeClr>
            </a:gs>
            <a:gs pos="100000">
              <a:schemeClr val="bg2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B82226-B3B4-817A-3B5A-63357DC84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660629"/>
            <a:ext cx="10058400" cy="3892168"/>
          </a:xfrm>
        </p:spPr>
        <p:txBody>
          <a:bodyPr>
            <a:normAutofit/>
          </a:bodyPr>
          <a:lstStyle/>
          <a:p>
            <a:r>
              <a:rPr lang="pt-PT" sz="6200" dirty="0">
                <a:solidFill>
                  <a:srgbClr val="FFFFFF"/>
                </a:solidFill>
              </a:rPr>
              <a:t>Computational Image Analysis to Support Microplastic Mitigation in Wastewater Treatment Systems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A1710CE-94DA-DAC2-F870-5A04CFC0F4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 fontScale="85000" lnSpcReduction="20000"/>
          </a:bodyPr>
          <a:lstStyle/>
          <a:p>
            <a:r>
              <a:rPr lang="pt-PT" dirty="0">
                <a:solidFill>
                  <a:srgbClr val="FFFFFF"/>
                </a:solidFill>
              </a:rPr>
              <a:t>Fábio Mendes (PG61008)</a:t>
            </a:r>
          </a:p>
          <a:p>
            <a:r>
              <a:rPr lang="pt-PT" dirty="0">
                <a:solidFill>
                  <a:srgbClr val="FFFFFF"/>
                </a:solidFill>
              </a:rPr>
              <a:t>Projeto proposto pelos Docentes:</a:t>
            </a:r>
          </a:p>
          <a:p>
            <a:r>
              <a:rPr lang="pt-PT" dirty="0"/>
              <a:t>Daniela Mesquita e Anália Lourenço</a:t>
            </a:r>
            <a:endParaRPr lang="pt-PT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349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51174C-678E-ACFF-923A-8AA52415B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Contexto e motivação</a:t>
            </a:r>
            <a:br>
              <a:rPr lang="pt-PT" dirty="0"/>
            </a:br>
            <a:endParaRPr lang="pt-PT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13721DCB-F0FE-79CB-0E09-A76CD3664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0224214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18529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8AA04-3448-B388-26FE-25CFADBA4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Problema científico/tecnológico</a:t>
            </a:r>
            <a:br>
              <a:rPr lang="pt-PT" dirty="0"/>
            </a:br>
            <a:endParaRPr lang="pt-PT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0E015654-2CD8-2A66-B6C3-D3D6F454F4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700441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4694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4B60F-C325-FD66-BD84-A22692E7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Objetivos do trabalho</a:t>
            </a:r>
            <a:br>
              <a:rPr lang="pt-PT" dirty="0"/>
            </a:br>
            <a:endParaRPr lang="pt-PT" dirty="0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154E3A3E-29B3-1BDD-D7F6-36B9F8527C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86639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8342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0000"/>
            <a:shade val="97000"/>
            <a:satMod val="1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54CE3AD-C754-4F1E-A76F-1EDDF71796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57897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A0FA982-7DB2-9953-224D-5EA3933BD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877" y="643467"/>
            <a:ext cx="3467569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Metodologia</a:t>
            </a:r>
            <a:r>
              <a:rPr lang="en-US" sz="4000" dirty="0">
                <a:solidFill>
                  <a:srgbClr val="FFFFFF"/>
                </a:solidFill>
              </a:rPr>
              <a:t>:</a:t>
            </a:r>
            <a:br>
              <a:rPr lang="en-US" sz="4000" dirty="0">
                <a:solidFill>
                  <a:srgbClr val="FFFFFF"/>
                </a:solidFill>
              </a:rPr>
            </a:b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38B743-4443-4735-BFC2-B514F6409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4578973" y="0"/>
            <a:ext cx="761302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24BD0673-D186-8F11-B5B9-523DAC23E1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4206" y="643467"/>
            <a:ext cx="6104288" cy="5571065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Microscopia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      ↓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Canal fluorescente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      ↓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Pré-processamento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(Wiener + CLAHE)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      ↓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Segmentação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(Otsu + Adaptativo)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      ↓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Morfologia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      ↓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Métricas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      ↓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Classificação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      ↓</a:t>
            </a:r>
          </a:p>
          <a:p>
            <a:pPr marL="0" indent="0">
              <a:buNone/>
            </a:pPr>
            <a:r>
              <a:rPr lang="pt-PT" sz="1800" dirty="0">
                <a:solidFill>
                  <a:srgbClr val="FFFFFF"/>
                </a:solidFill>
              </a:rPr>
              <a:t>Excel / HTML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6306631-5674-714B-5F84-EB4C37013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627831"/>
            <a:ext cx="4458527" cy="358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340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38B8727-D318-4B70-B353-C390602FF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0C8367-28B6-4EF1-B182-01BEC9872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4773AD-498C-CD4C-E42D-08025D8B5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>
            <a:normAutofit/>
          </a:bodyPr>
          <a:lstStyle/>
          <a:p>
            <a:r>
              <a:rPr lang="pt-PT" sz="3600" dirty="0">
                <a:solidFill>
                  <a:srgbClr val="FFFFFF"/>
                </a:solidFill>
              </a:rPr>
              <a:t>As métricas morfológicas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6918879-4928-6186-4E5D-2C1234DC9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71" y="2653800"/>
            <a:ext cx="3084844" cy="3335519"/>
          </a:xfrm>
        </p:spPr>
        <p:txBody>
          <a:bodyPr>
            <a:normAutofit/>
          </a:bodyPr>
          <a:lstStyle/>
          <a:p>
            <a:endParaRPr lang="pt-PT" sz="1500" dirty="0">
              <a:solidFill>
                <a:srgbClr val="FFFFFF"/>
              </a:solidFill>
            </a:endParaRPr>
          </a:p>
          <a:p>
            <a:r>
              <a:rPr lang="pt-PT" sz="1500" dirty="0">
                <a:solidFill>
                  <a:srgbClr val="FFFFFF"/>
                </a:solidFill>
              </a:rPr>
              <a:t>Área </a:t>
            </a:r>
          </a:p>
          <a:p>
            <a:r>
              <a:rPr lang="pt-PT" sz="1500" dirty="0">
                <a:solidFill>
                  <a:srgbClr val="FFFFFF"/>
                </a:solidFill>
              </a:rPr>
              <a:t>Comprimento </a:t>
            </a:r>
          </a:p>
          <a:p>
            <a:r>
              <a:rPr lang="pt-PT" sz="1500" dirty="0">
                <a:solidFill>
                  <a:srgbClr val="FFFFFF"/>
                </a:solidFill>
              </a:rPr>
              <a:t>Largura</a:t>
            </a:r>
          </a:p>
          <a:p>
            <a:r>
              <a:rPr lang="pt-PT" sz="1500" dirty="0">
                <a:solidFill>
                  <a:srgbClr val="FFFFFF"/>
                </a:solidFill>
              </a:rPr>
              <a:t>Esfericidade </a:t>
            </a:r>
          </a:p>
          <a:p>
            <a:r>
              <a:rPr lang="pt-PT" sz="1500" dirty="0">
                <a:solidFill>
                  <a:srgbClr val="FFFFFF"/>
                </a:solidFill>
              </a:rPr>
              <a:t>Compacidade</a:t>
            </a:r>
          </a:p>
          <a:p>
            <a:r>
              <a:rPr lang="pt-PT" sz="1500" dirty="0">
                <a:solidFill>
                  <a:srgbClr val="FFFFFF"/>
                </a:solidFill>
              </a:rPr>
              <a:t>Excentricidade</a:t>
            </a:r>
          </a:p>
          <a:p>
            <a:endParaRPr lang="pt-PT" sz="1500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49E3F4C-17F5-49E4-B05F-80C6B348A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D173337-EA5E-9EB5-475B-B33DA558B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935" y="516835"/>
            <a:ext cx="7363853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40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A1C6406-8520-4CCB-B38F-6D4DAC19E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893A1F-D5D8-4034-A28F-4D8F18C46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5902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CE3A88-7E72-A368-B1AE-16EE4776A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516835"/>
            <a:ext cx="3735502" cy="2103875"/>
          </a:xfrm>
        </p:spPr>
        <p:txBody>
          <a:bodyPr>
            <a:normAutofit/>
          </a:bodyPr>
          <a:lstStyle/>
          <a:p>
            <a:r>
              <a:rPr lang="pt-PT" sz="3600" dirty="0">
                <a:solidFill>
                  <a:srgbClr val="FFFFFF"/>
                </a:solidFill>
              </a:rPr>
              <a:t>Classificação automática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08754F-0BAB-43E5-8CCC-828C2FC9B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0679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FBFE7E1-0D9B-4B97-B754-C68544879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6279" y="0"/>
            <a:ext cx="3610035" cy="335594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80ECB9C-6A5B-3836-5C58-D967BD4C7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6" y="2968881"/>
            <a:ext cx="4974603" cy="3424611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AC20E29-0407-B077-7C9C-5001AE582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3203" y="510881"/>
            <a:ext cx="2546428" cy="202976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595A8654-6921-29DF-9F14-A3B6AF746E52}"/>
              </a:ext>
            </a:extLst>
          </p:cNvPr>
          <p:cNvSpPr txBox="1"/>
          <p:nvPr/>
        </p:nvSpPr>
        <p:spPr>
          <a:xfrm>
            <a:off x="5142872" y="3755103"/>
            <a:ext cx="4815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Fiber       Excentricidade &gt; 0.95  e Aspect Ratio &gt; 3</a:t>
            </a:r>
          </a:p>
        </p:txBody>
      </p:sp>
      <p:sp>
        <p:nvSpPr>
          <p:cNvPr id="22" name="Triângulo isósceles 21">
            <a:extLst>
              <a:ext uri="{FF2B5EF4-FFF2-40B4-BE49-F238E27FC236}">
                <a16:creationId xmlns:a16="http://schemas.microsoft.com/office/drawing/2014/main" id="{91C295E3-88EF-0998-D5F9-1B1F4F3C3FBD}"/>
              </a:ext>
            </a:extLst>
          </p:cNvPr>
          <p:cNvSpPr/>
          <p:nvPr/>
        </p:nvSpPr>
        <p:spPr>
          <a:xfrm rot="5400000">
            <a:off x="4948631" y="3869107"/>
            <a:ext cx="225945" cy="17698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Triângulo isósceles 23">
            <a:extLst>
              <a:ext uri="{FF2B5EF4-FFF2-40B4-BE49-F238E27FC236}">
                <a16:creationId xmlns:a16="http://schemas.microsoft.com/office/drawing/2014/main" id="{070BB5E3-A984-DBB7-69A8-6280FE5040BD}"/>
              </a:ext>
            </a:extLst>
          </p:cNvPr>
          <p:cNvSpPr/>
          <p:nvPr/>
        </p:nvSpPr>
        <p:spPr>
          <a:xfrm rot="5400000">
            <a:off x="4947212" y="4287388"/>
            <a:ext cx="225945" cy="17698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Triângulo isósceles 25">
            <a:extLst>
              <a:ext uri="{FF2B5EF4-FFF2-40B4-BE49-F238E27FC236}">
                <a16:creationId xmlns:a16="http://schemas.microsoft.com/office/drawing/2014/main" id="{14BCD102-110E-5165-F18D-A2E5AE8ABF46}"/>
              </a:ext>
            </a:extLst>
          </p:cNvPr>
          <p:cNvSpPr/>
          <p:nvPr/>
        </p:nvSpPr>
        <p:spPr>
          <a:xfrm rot="5400000">
            <a:off x="4941409" y="4705669"/>
            <a:ext cx="225945" cy="17698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Triângulo isósceles 27">
            <a:extLst>
              <a:ext uri="{FF2B5EF4-FFF2-40B4-BE49-F238E27FC236}">
                <a16:creationId xmlns:a16="http://schemas.microsoft.com/office/drawing/2014/main" id="{7AA1BD44-D09D-232F-DE6E-37F6A386D13F}"/>
              </a:ext>
            </a:extLst>
          </p:cNvPr>
          <p:cNvSpPr/>
          <p:nvPr/>
        </p:nvSpPr>
        <p:spPr>
          <a:xfrm rot="5400000">
            <a:off x="4941409" y="5123950"/>
            <a:ext cx="225945" cy="176981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C9036792-9116-19D6-376C-F880F6A650F1}"/>
              </a:ext>
            </a:extLst>
          </p:cNvPr>
          <p:cNvSpPr txBox="1"/>
          <p:nvPr/>
        </p:nvSpPr>
        <p:spPr>
          <a:xfrm>
            <a:off x="5157389" y="4185358"/>
            <a:ext cx="541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Bead       Esfericidade &gt; 0.75 e Compacidade &gt; 0.60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469934B0-13B8-3B68-E07C-8A424ECC8A9F}"/>
              </a:ext>
            </a:extLst>
          </p:cNvPr>
          <p:cNvSpPr txBox="1"/>
          <p:nvPr/>
        </p:nvSpPr>
        <p:spPr>
          <a:xfrm>
            <a:off x="5142872" y="4616645"/>
            <a:ext cx="4134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Film        Compacidade &lt; 0.45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47E0B372-CBC1-70E8-E8CC-4555B2134E17}"/>
              </a:ext>
            </a:extLst>
          </p:cNvPr>
          <p:cNvSpPr txBox="1"/>
          <p:nvPr/>
        </p:nvSpPr>
        <p:spPr>
          <a:xfrm>
            <a:off x="5157389" y="5027774"/>
            <a:ext cx="4974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dirty="0"/>
              <a:t>Fragment        Restantes partículas</a:t>
            </a:r>
          </a:p>
        </p:txBody>
      </p:sp>
      <p:sp>
        <p:nvSpPr>
          <p:cNvPr id="33" name="Seta: Para a Direita 32">
            <a:extLst>
              <a:ext uri="{FF2B5EF4-FFF2-40B4-BE49-F238E27FC236}">
                <a16:creationId xmlns:a16="http://schemas.microsoft.com/office/drawing/2014/main" id="{62990118-F290-5343-3AE0-183FE3B89863}"/>
              </a:ext>
            </a:extLst>
          </p:cNvPr>
          <p:cNvSpPr/>
          <p:nvPr/>
        </p:nvSpPr>
        <p:spPr>
          <a:xfrm>
            <a:off x="5738985" y="3835844"/>
            <a:ext cx="258690" cy="2347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5" name="Seta: Para a Direita 34">
            <a:extLst>
              <a:ext uri="{FF2B5EF4-FFF2-40B4-BE49-F238E27FC236}">
                <a16:creationId xmlns:a16="http://schemas.microsoft.com/office/drawing/2014/main" id="{AB7FD1A9-5D33-296A-AED8-EBC0B80C05C5}"/>
              </a:ext>
            </a:extLst>
          </p:cNvPr>
          <p:cNvSpPr/>
          <p:nvPr/>
        </p:nvSpPr>
        <p:spPr>
          <a:xfrm>
            <a:off x="5738984" y="4267132"/>
            <a:ext cx="258691" cy="2217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6" name="Seta: Para a Direita 35">
            <a:extLst>
              <a:ext uri="{FF2B5EF4-FFF2-40B4-BE49-F238E27FC236}">
                <a16:creationId xmlns:a16="http://schemas.microsoft.com/office/drawing/2014/main" id="{2134D84D-3C65-0B3E-D17B-2E35C1DFF2CD}"/>
              </a:ext>
            </a:extLst>
          </p:cNvPr>
          <p:cNvSpPr/>
          <p:nvPr/>
        </p:nvSpPr>
        <p:spPr>
          <a:xfrm>
            <a:off x="5694739" y="4703805"/>
            <a:ext cx="302937" cy="2500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7" name="Seta: Para a Direita 36">
            <a:extLst>
              <a:ext uri="{FF2B5EF4-FFF2-40B4-BE49-F238E27FC236}">
                <a16:creationId xmlns:a16="http://schemas.microsoft.com/office/drawing/2014/main" id="{584866E5-1454-B566-BDE3-1F99D08E8E69}"/>
              </a:ext>
            </a:extLst>
          </p:cNvPr>
          <p:cNvSpPr/>
          <p:nvPr/>
        </p:nvSpPr>
        <p:spPr>
          <a:xfrm>
            <a:off x="6206016" y="5099467"/>
            <a:ext cx="283273" cy="2259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59487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6D75EE5-57FF-4D1E-B105-A6036B0FE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13828F-06C6-4172-B0DE-BAB012020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CB2A3A6-962C-4D7A-8272-EDEDD881F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B4048A3-D4C4-462E-9D01-B1E1A2834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045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024992-3820-435E-AF30-7DF0C7EF4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A26D64-E655-F3D8-0277-765DC5D7E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Exemplo de segmentação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BC8F5A3-A2D6-7108-BF35-A1BD659A5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112" y="545785"/>
            <a:ext cx="4977005" cy="3745196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5F803412-0E5F-4A63-B61F-CB1ACE3F9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3996" y="886968"/>
            <a:ext cx="64008" cy="310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3D7F3AC7-DB8A-7E49-C83C-6E49449CF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60883" y="202815"/>
            <a:ext cx="5080472" cy="4140585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116CEEC1-68B3-4EA2-9B0C-3DFD5D431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70337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DE821B-39B6-D813-58FD-F2CEAAD6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pt-PT" dirty="0"/>
              <a:t>Resultados</a:t>
            </a:r>
            <a:br>
              <a:rPr lang="pt-PT" dirty="0"/>
            </a:br>
            <a:endParaRPr lang="pt-PT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825B926-98EC-905D-5101-1B9CB6778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30" y="1864139"/>
            <a:ext cx="3804097" cy="3033902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3778FBB2-A85C-A3E6-5ABC-A74B9AD8F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123" y="447094"/>
            <a:ext cx="4281166" cy="283287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4A02B0CA-4502-4CDF-9613-8D0F686C4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0834" y="3429000"/>
            <a:ext cx="4270455" cy="283287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CFEA093D-7901-BB9F-DD93-A4899F94D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302" y="3429000"/>
            <a:ext cx="4310957" cy="285706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29FCCEBA-1FD4-9CE5-2510-515595CF65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4293" y="571933"/>
            <a:ext cx="3546889" cy="270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51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F5E263C-FB7E-4A3E-AD04-5140CD3D1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E65ED8C-90F7-4EB0-ACCB-64AEF411E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0AB4D1-DF0A-0817-E695-E880033A4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pt-PT" sz="3600">
                <a:solidFill>
                  <a:srgbClr val="FFFFFF"/>
                </a:solidFill>
              </a:rPr>
              <a:t>Contribuições do trabalho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04E3BF-88F7-4D19-BEC9-8486966EA4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graphicFrame>
        <p:nvGraphicFramePr>
          <p:cNvPr id="14" name="Marcador de Posição de Conteúdo 2">
            <a:extLst>
              <a:ext uri="{FF2B5EF4-FFF2-40B4-BE49-F238E27FC236}">
                <a16:creationId xmlns:a16="http://schemas.microsoft.com/office/drawing/2014/main" id="{632D58EE-CF60-4E32-8ED7-3AED39A5D5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4990920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5403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1D53CA0-FDE7-4B62-AE74-A671E6B82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FA22A8-DAD2-4DBF-BCF6-AA00E9D83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8CF2381-9166-48DC-8859-93B6A5893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69C5F1CC-81CF-4FB4-9977-391DF5B09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6" y="0"/>
            <a:ext cx="458473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C463C6-0CE4-6351-7BD2-9091CA327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80"/>
            <a:ext cx="3659246" cy="2926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FFFFFF"/>
                </a:solidFill>
              </a:rPr>
              <a:t>Conclusões</a:t>
            </a:r>
            <a:r>
              <a:rPr lang="en-US" sz="4400" dirty="0">
                <a:solidFill>
                  <a:srgbClr val="FFFFFF"/>
                </a:solidFill>
              </a:rPr>
              <a:t> e </a:t>
            </a:r>
            <a:r>
              <a:rPr lang="en-US" sz="4400">
                <a:solidFill>
                  <a:srgbClr val="FFFFFF"/>
                </a:solidFill>
              </a:rPr>
              <a:t>trabalho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>
                <a:solidFill>
                  <a:srgbClr val="FFFFFF"/>
                </a:solidFill>
              </a:rPr>
              <a:t>em</a:t>
            </a:r>
            <a:r>
              <a:rPr lang="en-US" sz="4400" dirty="0">
                <a:solidFill>
                  <a:srgbClr val="FFFFFF"/>
                </a:solidFill>
              </a:rPr>
              <a:t> </a:t>
            </a:r>
            <a:r>
              <a:rPr lang="en-US" sz="4400">
                <a:solidFill>
                  <a:srgbClr val="FFFFFF"/>
                </a:solidFill>
              </a:rPr>
              <a:t>curso</a:t>
            </a:r>
            <a:br>
              <a:rPr lang="en-US" sz="4400" dirty="0">
                <a:solidFill>
                  <a:srgbClr val="FFFFFF"/>
                </a:solidFill>
              </a:rPr>
            </a:br>
            <a:endParaRPr lang="en-US" sz="440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DD4421-3DEC-4941-9625-756F8B5C6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475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graphicFrame>
        <p:nvGraphicFramePr>
          <p:cNvPr id="5" name="Marcador de Posição de Conteúdo 2">
            <a:extLst>
              <a:ext uri="{FF2B5EF4-FFF2-40B4-BE49-F238E27FC236}">
                <a16:creationId xmlns:a16="http://schemas.microsoft.com/office/drawing/2014/main" id="{D528EAD8-B59E-E509-7514-1EB66EED3A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513812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7052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FE635C-C432-47DA-AEAB-A593345CB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BF3D3-2448-4FF3-B57B-852CB3B851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40C66D-4F1C-4AC9-9214-C9E6DA54A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ECFD76B-9DF5-F945-1BB4-6B99908B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Uso de inteligência artificial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E3AA724-7965-2899-E04E-7418CAAB6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0995" y="643467"/>
            <a:ext cx="334148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cap="all" spc="200">
                <a:solidFill>
                  <a:schemeClr val="tx2"/>
                </a:solidFill>
                <a:latin typeface="+mj-lt"/>
              </a:rPr>
              <a:t>Não foi utilizada Inteligencia Artificial para a realização deste trabalho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885565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tiva">
  <a:themeElements>
    <a:clrScheme name="Retrospetiva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813</TotalTime>
  <Words>312</Words>
  <Application>Microsoft Office PowerPoint</Application>
  <PresentationFormat>Ecrã Panorâmico</PresentationFormat>
  <Paragraphs>67</Paragraphs>
  <Slides>12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Aptos</vt:lpstr>
      <vt:lpstr>Calibri</vt:lpstr>
      <vt:lpstr>Calibri Light</vt:lpstr>
      <vt:lpstr>Retrospetiva</vt:lpstr>
      <vt:lpstr>Computational Image Analysis to Support Microplastic Mitigation in Wastewater Treatment Systems</vt:lpstr>
      <vt:lpstr>Contexto e motivação </vt:lpstr>
      <vt:lpstr>Problema científico/tecnológico </vt:lpstr>
      <vt:lpstr>Objetivos do trabalho </vt:lpstr>
      <vt:lpstr>Metodologia: </vt:lpstr>
      <vt:lpstr>As métricas morfológicas</vt:lpstr>
      <vt:lpstr>Classificação automática</vt:lpstr>
      <vt:lpstr>Exemplo de segmentação</vt:lpstr>
      <vt:lpstr>Resultados </vt:lpstr>
      <vt:lpstr>Contribuições do trabalho</vt:lpstr>
      <vt:lpstr>Conclusões e trabalho em curso </vt:lpstr>
      <vt:lpstr>Uso de inteligência artificial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Fábio Ernesto Oliveira Mendes</dc:creator>
  <cp:lastModifiedBy>Fábio Ernesto Oliveira Mendes</cp:lastModifiedBy>
  <cp:revision>9</cp:revision>
  <dcterms:created xsi:type="dcterms:W3CDTF">2026-05-30T00:14:39Z</dcterms:created>
  <dcterms:modified xsi:type="dcterms:W3CDTF">2026-06-01T17:28:12Z</dcterms:modified>
</cp:coreProperties>
</file>